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embeddedFontLst>
    <p:embeddedFont>
      <p:font typeface="Arial Black" panose="020B0A04020102020204" pitchFamily="34" charset="0"/>
      <p:regular r:id="rId29"/>
      <p:bold r:id="rId30"/>
    </p:embeddedFont>
    <p:embeddedFont>
      <p:font typeface="Calibri" panose="020F0502020204030204" pitchFamily="34" charset="0"/>
      <p:regular r:id="rId31"/>
      <p:bold r:id="rId32"/>
      <p:italic r:id="rId33"/>
      <p:boldItalic r:id="rId34"/>
    </p:embeddedFont>
    <p:embeddedFont>
      <p:font typeface="Signika" panose="020B060402020202020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hHr/KiC5lnmUfYki9YEKeHAzPG2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2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 name="Google Shape;14;p28"/>
          <p:cNvSpPr txBox="1">
            <a:spLocks noGrp="1"/>
          </p:cNvSpPr>
          <p:nvPr>
            <p:ph type="ctrTitle"/>
          </p:nvPr>
        </p:nvSpPr>
        <p:spPr>
          <a:xfrm>
            <a:off x="4921624" y="1837765"/>
            <a:ext cx="5907741" cy="236462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6000"/>
              <a:buFont typeface="Signika"/>
              <a:buNone/>
              <a:defRPr sz="6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8"/>
          <p:cNvSpPr txBox="1">
            <a:spLocks noGrp="1"/>
          </p:cNvSpPr>
          <p:nvPr>
            <p:ph type="subTitle" idx="1"/>
          </p:nvPr>
        </p:nvSpPr>
        <p:spPr>
          <a:xfrm>
            <a:off x="4921624" y="4338919"/>
            <a:ext cx="4778189" cy="69924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000"/>
              <a:buNone/>
              <a:defRPr sz="2000" i="1">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28"/>
          <p:cNvSpPr txBox="1">
            <a:spLocks noGrp="1"/>
          </p:cNvSpPr>
          <p:nvPr>
            <p:ph type="ftr" idx="11"/>
          </p:nvPr>
        </p:nvSpPr>
        <p:spPr>
          <a:xfrm>
            <a:off x="3518644" y="398277"/>
            <a:ext cx="2971800" cy="45337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1" i="0" u="none" strike="noStrike" cap="none">
                <a:solidFill>
                  <a:srgbClr val="FFFF00"/>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A 1 Colom" type="obj">
  <p:cSld name="OBJECT">
    <p:spTree>
      <p:nvGrpSpPr>
        <p:cNvPr id="1" name="Shape 17"/>
        <p:cNvGrpSpPr/>
        <p:nvPr/>
      </p:nvGrpSpPr>
      <p:grpSpPr>
        <a:xfrm>
          <a:off x="0" y="0"/>
          <a:ext cx="0" cy="0"/>
          <a:chOff x="0" y="0"/>
          <a:chExt cx="0" cy="0"/>
        </a:xfrm>
      </p:grpSpPr>
      <p:pic>
        <p:nvPicPr>
          <p:cNvPr id="18" name="Google Shape;18;p2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9" name="Google Shape;19;p29"/>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Signika"/>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9"/>
          <p:cNvSpPr txBox="1">
            <a:spLocks noGrp="1"/>
          </p:cNvSpPr>
          <p:nvPr>
            <p:ph type="body" idx="1"/>
          </p:nvPr>
        </p:nvSpPr>
        <p:spPr>
          <a:xfrm>
            <a:off x="1541928" y="2034709"/>
            <a:ext cx="9744637" cy="29765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Clr>
                <a:schemeClr val="dk1"/>
              </a:buClr>
              <a:buSzPts val="1800"/>
              <a:buChar char="•"/>
              <a:defRPr sz="1800"/>
            </a:lvl1pPr>
            <a:lvl2pPr marL="914400" lvl="1" indent="-330200" algn="l">
              <a:lnSpc>
                <a:spcPct val="100000"/>
              </a:lnSpc>
              <a:spcBef>
                <a:spcPts val="0"/>
              </a:spcBef>
              <a:spcAft>
                <a:spcPts val="0"/>
              </a:spcAft>
              <a:buClr>
                <a:schemeClr val="dk1"/>
              </a:buClr>
              <a:buSzPts val="1600"/>
              <a:buChar char="•"/>
              <a:defRPr sz="1600"/>
            </a:lvl2pPr>
            <a:lvl3pPr marL="1371600" lvl="2" indent="-317500" algn="l">
              <a:lnSpc>
                <a:spcPct val="100000"/>
              </a:lnSpc>
              <a:spcBef>
                <a:spcPts val="0"/>
              </a:spcBef>
              <a:spcAft>
                <a:spcPts val="0"/>
              </a:spcAft>
              <a:buClr>
                <a:schemeClr val="dk1"/>
              </a:buClr>
              <a:buSzPts val="1400"/>
              <a:buChar char="•"/>
              <a:defRPr sz="1400"/>
            </a:lvl3pPr>
            <a:lvl4pPr marL="1828800" lvl="3" indent="-304800" algn="l">
              <a:lnSpc>
                <a:spcPct val="100000"/>
              </a:lnSpc>
              <a:spcBef>
                <a:spcPts val="0"/>
              </a:spcBef>
              <a:spcAft>
                <a:spcPts val="0"/>
              </a:spcAft>
              <a:buClr>
                <a:schemeClr val="dk1"/>
              </a:buClr>
              <a:buSzPts val="1200"/>
              <a:buChar char="•"/>
              <a:defRPr sz="1200"/>
            </a:lvl4pPr>
            <a:lvl5pPr marL="2286000" lvl="4" indent="-304800" algn="l">
              <a:lnSpc>
                <a:spcPct val="100000"/>
              </a:lnSpc>
              <a:spcBef>
                <a:spcPts val="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29"/>
          <p:cNvSpPr txBox="1">
            <a:spLocks noGrp="1"/>
          </p:cNvSpPr>
          <p:nvPr>
            <p:ph type="ftr" idx="11"/>
          </p:nvPr>
        </p:nvSpPr>
        <p:spPr>
          <a:xfrm>
            <a:off x="9148482" y="185738"/>
            <a:ext cx="2743200" cy="495299"/>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1"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type="secHead">
  <p:cSld name="SECTION_HEADER">
    <p:spTree>
      <p:nvGrpSpPr>
        <p:cNvPr id="1" name="Shape 22"/>
        <p:cNvGrpSpPr/>
        <p:nvPr/>
      </p:nvGrpSpPr>
      <p:grpSpPr>
        <a:xfrm>
          <a:off x="0" y="0"/>
          <a:ext cx="0" cy="0"/>
          <a:chOff x="0" y="0"/>
          <a:chExt cx="0" cy="0"/>
        </a:xfrm>
      </p:grpSpPr>
      <p:pic>
        <p:nvPicPr>
          <p:cNvPr id="23" name="Google Shape;23;p3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4" name="Google Shape;24;p30"/>
          <p:cNvSpPr txBox="1">
            <a:spLocks noGrp="1"/>
          </p:cNvSpPr>
          <p:nvPr>
            <p:ph type="title"/>
          </p:nvPr>
        </p:nvSpPr>
        <p:spPr>
          <a:xfrm>
            <a:off x="5163673" y="1709739"/>
            <a:ext cx="4823010" cy="214508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00"/>
              </a:buClr>
              <a:buSzPts val="4800"/>
              <a:buFont typeface="Signika"/>
              <a:buNone/>
              <a:defRPr sz="4800" b="0" i="1">
                <a:solidFill>
                  <a:srgbClr val="FFFF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0"/>
          <p:cNvSpPr txBox="1">
            <a:spLocks noGrp="1"/>
          </p:cNvSpPr>
          <p:nvPr>
            <p:ph type="body" idx="1"/>
          </p:nvPr>
        </p:nvSpPr>
        <p:spPr>
          <a:xfrm>
            <a:off x="5163673" y="3979864"/>
            <a:ext cx="4310155" cy="103140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A 2 Colom">
  <p:cSld name="Content A 2 Colom">
    <p:spTree>
      <p:nvGrpSpPr>
        <p:cNvPr id="1" name="Shape 26"/>
        <p:cNvGrpSpPr/>
        <p:nvPr/>
      </p:nvGrpSpPr>
      <p:grpSpPr>
        <a:xfrm>
          <a:off x="0" y="0"/>
          <a:ext cx="0" cy="0"/>
          <a:chOff x="0" y="0"/>
          <a:chExt cx="0" cy="0"/>
        </a:xfrm>
      </p:grpSpPr>
      <p:pic>
        <p:nvPicPr>
          <p:cNvPr id="27" name="Google Shape;27;p3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8" name="Google Shape;28;p31"/>
          <p:cNvSpPr txBox="1">
            <a:spLocks noGrp="1"/>
          </p:cNvSpPr>
          <p:nvPr>
            <p:ph type="body" idx="1"/>
          </p:nvPr>
        </p:nvSpPr>
        <p:spPr>
          <a:xfrm>
            <a:off x="1595719" y="1454598"/>
            <a:ext cx="4012224" cy="75072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Signika"/>
                <a:ea typeface="Signika"/>
                <a:cs typeface="Signika"/>
                <a:sym typeface="Signik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 name="Google Shape;29;p31"/>
          <p:cNvSpPr txBox="1">
            <a:spLocks noGrp="1"/>
          </p:cNvSpPr>
          <p:nvPr>
            <p:ph type="body" idx="2"/>
          </p:nvPr>
        </p:nvSpPr>
        <p:spPr>
          <a:xfrm>
            <a:off x="1595719" y="2357718"/>
            <a:ext cx="4012224" cy="369345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sz="1800"/>
            </a:lvl1pPr>
            <a:lvl2pPr marL="914400" lvl="1" indent="-330200" algn="l">
              <a:lnSpc>
                <a:spcPct val="100000"/>
              </a:lnSpc>
              <a:spcBef>
                <a:spcPts val="500"/>
              </a:spcBef>
              <a:spcAft>
                <a:spcPts val="0"/>
              </a:spcAft>
              <a:buClr>
                <a:schemeClr val="dk1"/>
              </a:buClr>
              <a:buSzPts val="1600"/>
              <a:buChar char="•"/>
              <a:defRPr sz="1600"/>
            </a:lvl2pPr>
            <a:lvl3pPr marL="1371600" lvl="2" indent="-317500" algn="l">
              <a:lnSpc>
                <a:spcPct val="100000"/>
              </a:lnSpc>
              <a:spcBef>
                <a:spcPts val="500"/>
              </a:spcBef>
              <a:spcAft>
                <a:spcPts val="0"/>
              </a:spcAft>
              <a:buClr>
                <a:schemeClr val="dk1"/>
              </a:buClr>
              <a:buSzPts val="1400"/>
              <a:buChar char="•"/>
              <a:defRPr sz="1400"/>
            </a:lvl3pPr>
            <a:lvl4pPr marL="1828800" lvl="3" indent="-304800" algn="l">
              <a:lnSpc>
                <a:spcPct val="100000"/>
              </a:lnSpc>
              <a:spcBef>
                <a:spcPts val="500"/>
              </a:spcBef>
              <a:spcAft>
                <a:spcPts val="0"/>
              </a:spcAft>
              <a:buClr>
                <a:schemeClr val="dk1"/>
              </a:buClr>
              <a:buSzPts val="1200"/>
              <a:buChar char="•"/>
              <a:defRPr sz="1200"/>
            </a:lvl4pPr>
            <a:lvl5pPr marL="2286000" lvl="4" indent="-304800" algn="l">
              <a:lnSpc>
                <a:spcPct val="100000"/>
              </a:lnSpc>
              <a:spcBef>
                <a:spcPts val="50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1"/>
          <p:cNvSpPr txBox="1">
            <a:spLocks noGrp="1"/>
          </p:cNvSpPr>
          <p:nvPr>
            <p:ph type="body" idx="3"/>
          </p:nvPr>
        </p:nvSpPr>
        <p:spPr>
          <a:xfrm>
            <a:off x="6662911" y="1454598"/>
            <a:ext cx="4031983" cy="75072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Signika"/>
                <a:ea typeface="Signika"/>
                <a:cs typeface="Signika"/>
                <a:sym typeface="Signik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p31"/>
          <p:cNvSpPr txBox="1">
            <a:spLocks noGrp="1"/>
          </p:cNvSpPr>
          <p:nvPr>
            <p:ph type="body" idx="4"/>
          </p:nvPr>
        </p:nvSpPr>
        <p:spPr>
          <a:xfrm>
            <a:off x="6662911" y="2357718"/>
            <a:ext cx="4031983" cy="369345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sz="1800"/>
            </a:lvl1pPr>
            <a:lvl2pPr marL="914400" lvl="1" indent="-330200" algn="l">
              <a:lnSpc>
                <a:spcPct val="100000"/>
              </a:lnSpc>
              <a:spcBef>
                <a:spcPts val="500"/>
              </a:spcBef>
              <a:spcAft>
                <a:spcPts val="0"/>
              </a:spcAft>
              <a:buClr>
                <a:schemeClr val="dk1"/>
              </a:buClr>
              <a:buSzPts val="1600"/>
              <a:buChar char="•"/>
              <a:defRPr sz="1600"/>
            </a:lvl2pPr>
            <a:lvl3pPr marL="1371600" lvl="2" indent="-317500" algn="l">
              <a:lnSpc>
                <a:spcPct val="100000"/>
              </a:lnSpc>
              <a:spcBef>
                <a:spcPts val="500"/>
              </a:spcBef>
              <a:spcAft>
                <a:spcPts val="0"/>
              </a:spcAft>
              <a:buClr>
                <a:schemeClr val="dk1"/>
              </a:buClr>
              <a:buSzPts val="1400"/>
              <a:buChar char="•"/>
              <a:defRPr sz="1400"/>
            </a:lvl3pPr>
            <a:lvl4pPr marL="1828800" lvl="3" indent="-304800" algn="l">
              <a:lnSpc>
                <a:spcPct val="100000"/>
              </a:lnSpc>
              <a:spcBef>
                <a:spcPts val="500"/>
              </a:spcBef>
              <a:spcAft>
                <a:spcPts val="0"/>
              </a:spcAft>
              <a:buClr>
                <a:schemeClr val="dk1"/>
              </a:buClr>
              <a:buSzPts val="1200"/>
              <a:buChar char="•"/>
              <a:defRPr sz="1200"/>
            </a:lvl4pPr>
            <a:lvl5pPr marL="2286000" lvl="4" indent="-304800" algn="l">
              <a:lnSpc>
                <a:spcPct val="100000"/>
              </a:lnSpc>
              <a:spcBef>
                <a:spcPts val="50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1"/>
          <p:cNvSpPr txBox="1">
            <a:spLocks noGrp="1"/>
          </p:cNvSpPr>
          <p:nvPr>
            <p:ph type="ftr" idx="11"/>
          </p:nvPr>
        </p:nvSpPr>
        <p:spPr>
          <a:xfrm>
            <a:off x="9798421" y="206507"/>
            <a:ext cx="2120153" cy="36512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1"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B 1 Colom">
  <p:cSld name="Content B 1 Colom">
    <p:spTree>
      <p:nvGrpSpPr>
        <p:cNvPr id="1" name="Shape 33"/>
        <p:cNvGrpSpPr/>
        <p:nvPr/>
      </p:nvGrpSpPr>
      <p:grpSpPr>
        <a:xfrm>
          <a:off x="0" y="0"/>
          <a:ext cx="0" cy="0"/>
          <a:chOff x="0" y="0"/>
          <a:chExt cx="0" cy="0"/>
        </a:xfrm>
      </p:grpSpPr>
      <p:pic>
        <p:nvPicPr>
          <p:cNvPr id="34" name="Google Shape;34;p3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5" name="Google Shape;35;p32"/>
          <p:cNvSpPr txBox="1">
            <a:spLocks noGrp="1"/>
          </p:cNvSpPr>
          <p:nvPr>
            <p:ph type="title"/>
          </p:nvPr>
        </p:nvSpPr>
        <p:spPr>
          <a:xfrm>
            <a:off x="1541928" y="1243666"/>
            <a:ext cx="9744637" cy="80925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Signika"/>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2"/>
          <p:cNvSpPr txBox="1">
            <a:spLocks noGrp="1"/>
          </p:cNvSpPr>
          <p:nvPr>
            <p:ph type="body" idx="1"/>
          </p:nvPr>
        </p:nvSpPr>
        <p:spPr>
          <a:xfrm>
            <a:off x="1541928" y="2240897"/>
            <a:ext cx="9744637" cy="29765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Clr>
                <a:schemeClr val="dk1"/>
              </a:buClr>
              <a:buSzPts val="1800"/>
              <a:buChar char="•"/>
              <a:defRPr sz="1800"/>
            </a:lvl1pPr>
            <a:lvl2pPr marL="914400" lvl="1" indent="-330200" algn="l">
              <a:lnSpc>
                <a:spcPct val="100000"/>
              </a:lnSpc>
              <a:spcBef>
                <a:spcPts val="0"/>
              </a:spcBef>
              <a:spcAft>
                <a:spcPts val="0"/>
              </a:spcAft>
              <a:buClr>
                <a:schemeClr val="dk1"/>
              </a:buClr>
              <a:buSzPts val="1600"/>
              <a:buChar char="•"/>
              <a:defRPr sz="1600"/>
            </a:lvl2pPr>
            <a:lvl3pPr marL="1371600" lvl="2" indent="-317500" algn="l">
              <a:lnSpc>
                <a:spcPct val="100000"/>
              </a:lnSpc>
              <a:spcBef>
                <a:spcPts val="0"/>
              </a:spcBef>
              <a:spcAft>
                <a:spcPts val="0"/>
              </a:spcAft>
              <a:buClr>
                <a:schemeClr val="dk1"/>
              </a:buClr>
              <a:buSzPts val="1400"/>
              <a:buChar char="•"/>
              <a:defRPr sz="1400"/>
            </a:lvl3pPr>
            <a:lvl4pPr marL="1828800" lvl="3" indent="-304800" algn="l">
              <a:lnSpc>
                <a:spcPct val="100000"/>
              </a:lnSpc>
              <a:spcBef>
                <a:spcPts val="0"/>
              </a:spcBef>
              <a:spcAft>
                <a:spcPts val="0"/>
              </a:spcAft>
              <a:buClr>
                <a:schemeClr val="dk1"/>
              </a:buClr>
              <a:buSzPts val="1200"/>
              <a:buChar char="•"/>
              <a:defRPr sz="1200"/>
            </a:lvl4pPr>
            <a:lvl5pPr marL="2286000" lvl="4" indent="-304800" algn="l">
              <a:lnSpc>
                <a:spcPct val="100000"/>
              </a:lnSpc>
              <a:spcBef>
                <a:spcPts val="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2"/>
          <p:cNvSpPr txBox="1">
            <a:spLocks noGrp="1"/>
          </p:cNvSpPr>
          <p:nvPr>
            <p:ph type="ftr" idx="11"/>
          </p:nvPr>
        </p:nvSpPr>
        <p:spPr>
          <a:xfrm>
            <a:off x="9148482" y="185738"/>
            <a:ext cx="2743200" cy="495299"/>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1"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B 2 Colom">
  <p:cSld name="Content B 2 Colom">
    <p:spTree>
      <p:nvGrpSpPr>
        <p:cNvPr id="1" name="Shape 38"/>
        <p:cNvGrpSpPr/>
        <p:nvPr/>
      </p:nvGrpSpPr>
      <p:grpSpPr>
        <a:xfrm>
          <a:off x="0" y="0"/>
          <a:ext cx="0" cy="0"/>
          <a:chOff x="0" y="0"/>
          <a:chExt cx="0" cy="0"/>
        </a:xfrm>
      </p:grpSpPr>
      <p:pic>
        <p:nvPicPr>
          <p:cNvPr id="39" name="Google Shape;39;p3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0" name="Google Shape;40;p33"/>
          <p:cNvSpPr txBox="1">
            <a:spLocks noGrp="1"/>
          </p:cNvSpPr>
          <p:nvPr>
            <p:ph type="body" idx="1"/>
          </p:nvPr>
        </p:nvSpPr>
        <p:spPr>
          <a:xfrm>
            <a:off x="1595719" y="1454598"/>
            <a:ext cx="4012224" cy="75072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Signika"/>
                <a:ea typeface="Signika"/>
                <a:cs typeface="Signika"/>
                <a:sym typeface="Signik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33"/>
          <p:cNvSpPr txBox="1">
            <a:spLocks noGrp="1"/>
          </p:cNvSpPr>
          <p:nvPr>
            <p:ph type="body" idx="2"/>
          </p:nvPr>
        </p:nvSpPr>
        <p:spPr>
          <a:xfrm>
            <a:off x="1595719" y="2357718"/>
            <a:ext cx="4012224" cy="369345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sz="1800"/>
            </a:lvl1pPr>
            <a:lvl2pPr marL="914400" lvl="1" indent="-330200" algn="l">
              <a:lnSpc>
                <a:spcPct val="100000"/>
              </a:lnSpc>
              <a:spcBef>
                <a:spcPts val="500"/>
              </a:spcBef>
              <a:spcAft>
                <a:spcPts val="0"/>
              </a:spcAft>
              <a:buClr>
                <a:schemeClr val="dk1"/>
              </a:buClr>
              <a:buSzPts val="1600"/>
              <a:buChar char="•"/>
              <a:defRPr sz="1600"/>
            </a:lvl2pPr>
            <a:lvl3pPr marL="1371600" lvl="2" indent="-317500" algn="l">
              <a:lnSpc>
                <a:spcPct val="100000"/>
              </a:lnSpc>
              <a:spcBef>
                <a:spcPts val="500"/>
              </a:spcBef>
              <a:spcAft>
                <a:spcPts val="0"/>
              </a:spcAft>
              <a:buClr>
                <a:schemeClr val="dk1"/>
              </a:buClr>
              <a:buSzPts val="1400"/>
              <a:buChar char="•"/>
              <a:defRPr sz="1400"/>
            </a:lvl3pPr>
            <a:lvl4pPr marL="1828800" lvl="3" indent="-304800" algn="l">
              <a:lnSpc>
                <a:spcPct val="100000"/>
              </a:lnSpc>
              <a:spcBef>
                <a:spcPts val="500"/>
              </a:spcBef>
              <a:spcAft>
                <a:spcPts val="0"/>
              </a:spcAft>
              <a:buClr>
                <a:schemeClr val="dk1"/>
              </a:buClr>
              <a:buSzPts val="1200"/>
              <a:buChar char="•"/>
              <a:defRPr sz="1200"/>
            </a:lvl4pPr>
            <a:lvl5pPr marL="2286000" lvl="4" indent="-304800" algn="l">
              <a:lnSpc>
                <a:spcPct val="100000"/>
              </a:lnSpc>
              <a:spcBef>
                <a:spcPts val="50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body" idx="3"/>
          </p:nvPr>
        </p:nvSpPr>
        <p:spPr>
          <a:xfrm>
            <a:off x="6662911" y="1454598"/>
            <a:ext cx="4031983" cy="75072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Signika"/>
                <a:ea typeface="Signika"/>
                <a:cs typeface="Signika"/>
                <a:sym typeface="Signik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3"/>
          <p:cNvSpPr txBox="1">
            <a:spLocks noGrp="1"/>
          </p:cNvSpPr>
          <p:nvPr>
            <p:ph type="body" idx="4"/>
          </p:nvPr>
        </p:nvSpPr>
        <p:spPr>
          <a:xfrm>
            <a:off x="6662911" y="2357718"/>
            <a:ext cx="4031983" cy="369345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sz="1800"/>
            </a:lvl1pPr>
            <a:lvl2pPr marL="914400" lvl="1" indent="-330200" algn="l">
              <a:lnSpc>
                <a:spcPct val="100000"/>
              </a:lnSpc>
              <a:spcBef>
                <a:spcPts val="500"/>
              </a:spcBef>
              <a:spcAft>
                <a:spcPts val="0"/>
              </a:spcAft>
              <a:buClr>
                <a:schemeClr val="dk1"/>
              </a:buClr>
              <a:buSzPts val="1600"/>
              <a:buChar char="•"/>
              <a:defRPr sz="1600"/>
            </a:lvl2pPr>
            <a:lvl3pPr marL="1371600" lvl="2" indent="-317500" algn="l">
              <a:lnSpc>
                <a:spcPct val="100000"/>
              </a:lnSpc>
              <a:spcBef>
                <a:spcPts val="500"/>
              </a:spcBef>
              <a:spcAft>
                <a:spcPts val="0"/>
              </a:spcAft>
              <a:buClr>
                <a:schemeClr val="dk1"/>
              </a:buClr>
              <a:buSzPts val="1400"/>
              <a:buChar char="•"/>
              <a:defRPr sz="1400"/>
            </a:lvl3pPr>
            <a:lvl4pPr marL="1828800" lvl="3" indent="-304800" algn="l">
              <a:lnSpc>
                <a:spcPct val="100000"/>
              </a:lnSpc>
              <a:spcBef>
                <a:spcPts val="500"/>
              </a:spcBef>
              <a:spcAft>
                <a:spcPts val="0"/>
              </a:spcAft>
              <a:buClr>
                <a:schemeClr val="dk1"/>
              </a:buClr>
              <a:buSzPts val="1200"/>
              <a:buChar char="•"/>
              <a:defRPr sz="1200"/>
            </a:lvl4pPr>
            <a:lvl5pPr marL="2286000" lvl="4" indent="-304800" algn="l">
              <a:lnSpc>
                <a:spcPct val="100000"/>
              </a:lnSpc>
              <a:spcBef>
                <a:spcPts val="50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3"/>
          <p:cNvSpPr txBox="1">
            <a:spLocks noGrp="1"/>
          </p:cNvSpPr>
          <p:nvPr>
            <p:ph type="ftr" idx="11"/>
          </p:nvPr>
        </p:nvSpPr>
        <p:spPr>
          <a:xfrm>
            <a:off x="9798421" y="206507"/>
            <a:ext cx="2120153" cy="36512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1"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Picture &amp; Content 2 Colom">
  <p:cSld name="Big Picture &amp; Content 2 Colom">
    <p:spTree>
      <p:nvGrpSpPr>
        <p:cNvPr id="1" name="Shape 45"/>
        <p:cNvGrpSpPr/>
        <p:nvPr/>
      </p:nvGrpSpPr>
      <p:grpSpPr>
        <a:xfrm>
          <a:off x="0" y="0"/>
          <a:ext cx="0" cy="0"/>
          <a:chOff x="0" y="0"/>
          <a:chExt cx="0" cy="0"/>
        </a:xfrm>
      </p:grpSpPr>
      <p:pic>
        <p:nvPicPr>
          <p:cNvPr id="46" name="Google Shape;46;p34"/>
          <p:cNvPicPr preferRelativeResize="0"/>
          <p:nvPr/>
        </p:nvPicPr>
        <p:blipFill rotWithShape="1">
          <a:blip r:embed="rId2">
            <a:alphaModFix/>
          </a:blip>
          <a:srcRect/>
          <a:stretch/>
        </p:blipFill>
        <p:spPr>
          <a:xfrm rot="10800000" flipH="1">
            <a:off x="0" y="0"/>
            <a:ext cx="12192000" cy="6858000"/>
          </a:xfrm>
          <a:prstGeom prst="rect">
            <a:avLst/>
          </a:prstGeom>
          <a:noFill/>
          <a:ln>
            <a:noFill/>
          </a:ln>
        </p:spPr>
      </p:pic>
      <p:sp>
        <p:nvSpPr>
          <p:cNvPr id="47" name="Google Shape;47;p34"/>
          <p:cNvSpPr txBox="1">
            <a:spLocks noGrp="1"/>
          </p:cNvSpPr>
          <p:nvPr>
            <p:ph type="body" idx="1"/>
          </p:nvPr>
        </p:nvSpPr>
        <p:spPr>
          <a:xfrm>
            <a:off x="1595719" y="4518212"/>
            <a:ext cx="4012224" cy="37651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000"/>
              <a:buNone/>
              <a:defRPr sz="2000" b="1">
                <a:solidFill>
                  <a:schemeClr val="lt1"/>
                </a:solidFill>
                <a:latin typeface="Signika"/>
                <a:ea typeface="Signika"/>
                <a:cs typeface="Signika"/>
                <a:sym typeface="Signik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34"/>
          <p:cNvSpPr txBox="1">
            <a:spLocks noGrp="1"/>
          </p:cNvSpPr>
          <p:nvPr>
            <p:ph type="body" idx="2"/>
          </p:nvPr>
        </p:nvSpPr>
        <p:spPr>
          <a:xfrm>
            <a:off x="1595719" y="5047130"/>
            <a:ext cx="4012224" cy="1228164"/>
          </a:xfrm>
          <a:prstGeom prst="rect">
            <a:avLst/>
          </a:prstGeom>
          <a:noFill/>
          <a:ln>
            <a:noFill/>
          </a:ln>
        </p:spPr>
        <p:txBody>
          <a:bodyPr spcFirstLastPara="1" wrap="square" lIns="91425" tIns="45700" rIns="91425" bIns="45700" anchor="t" anchorCtr="0">
            <a:normAutofit/>
          </a:bodyPr>
          <a:lstStyle>
            <a:lvl1pPr marL="457200" lvl="0" indent="-342900" algn="l">
              <a:lnSpc>
                <a:spcPct val="150000"/>
              </a:lnSpc>
              <a:spcBef>
                <a:spcPts val="1000"/>
              </a:spcBef>
              <a:spcAft>
                <a:spcPts val="0"/>
              </a:spcAft>
              <a:buClr>
                <a:schemeClr val="lt1"/>
              </a:buClr>
              <a:buSzPts val="1800"/>
              <a:buChar char="•"/>
              <a:defRPr sz="1800">
                <a:solidFill>
                  <a:schemeClr val="lt1"/>
                </a:solidFill>
              </a:defRPr>
            </a:lvl1pPr>
            <a:lvl2pPr marL="914400" lvl="1" indent="-330200" algn="l">
              <a:lnSpc>
                <a:spcPct val="150000"/>
              </a:lnSpc>
              <a:spcBef>
                <a:spcPts val="500"/>
              </a:spcBef>
              <a:spcAft>
                <a:spcPts val="0"/>
              </a:spcAft>
              <a:buClr>
                <a:schemeClr val="lt1"/>
              </a:buClr>
              <a:buSzPts val="1600"/>
              <a:buChar char="•"/>
              <a:defRPr sz="1600">
                <a:solidFill>
                  <a:schemeClr val="lt1"/>
                </a:solidFill>
              </a:defRPr>
            </a:lvl2pPr>
            <a:lvl3pPr marL="1371600" lvl="2" indent="-317500" algn="l">
              <a:lnSpc>
                <a:spcPct val="150000"/>
              </a:lnSpc>
              <a:spcBef>
                <a:spcPts val="500"/>
              </a:spcBef>
              <a:spcAft>
                <a:spcPts val="0"/>
              </a:spcAft>
              <a:buClr>
                <a:schemeClr val="lt1"/>
              </a:buClr>
              <a:buSzPts val="1400"/>
              <a:buChar char="•"/>
              <a:defRPr sz="1400">
                <a:solidFill>
                  <a:schemeClr val="lt1"/>
                </a:solidFill>
              </a:defRPr>
            </a:lvl3pPr>
            <a:lvl4pPr marL="1828800" lvl="3" indent="-304800" algn="l">
              <a:lnSpc>
                <a:spcPct val="150000"/>
              </a:lnSpc>
              <a:spcBef>
                <a:spcPts val="500"/>
              </a:spcBef>
              <a:spcAft>
                <a:spcPts val="0"/>
              </a:spcAft>
              <a:buClr>
                <a:schemeClr val="lt1"/>
              </a:buClr>
              <a:buSzPts val="1200"/>
              <a:buChar char="•"/>
              <a:defRPr sz="1200">
                <a:solidFill>
                  <a:schemeClr val="lt1"/>
                </a:solidFill>
              </a:defRPr>
            </a:lvl4pPr>
            <a:lvl5pPr marL="2286000" lvl="4" indent="-304800" algn="l">
              <a:lnSpc>
                <a:spcPct val="15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4"/>
          <p:cNvSpPr txBox="1">
            <a:spLocks noGrp="1"/>
          </p:cNvSpPr>
          <p:nvPr>
            <p:ph type="body" idx="3"/>
          </p:nvPr>
        </p:nvSpPr>
        <p:spPr>
          <a:xfrm>
            <a:off x="6662911" y="4518212"/>
            <a:ext cx="4031983" cy="37651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000"/>
              <a:buNone/>
              <a:defRPr sz="2000" b="1">
                <a:solidFill>
                  <a:schemeClr val="lt1"/>
                </a:solidFill>
                <a:latin typeface="Signika"/>
                <a:ea typeface="Signika"/>
                <a:cs typeface="Signika"/>
                <a:sym typeface="Signik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34"/>
          <p:cNvSpPr txBox="1">
            <a:spLocks noGrp="1"/>
          </p:cNvSpPr>
          <p:nvPr>
            <p:ph type="body" idx="4"/>
          </p:nvPr>
        </p:nvSpPr>
        <p:spPr>
          <a:xfrm>
            <a:off x="6662911" y="5047130"/>
            <a:ext cx="4031983" cy="1228164"/>
          </a:xfrm>
          <a:prstGeom prst="rect">
            <a:avLst/>
          </a:prstGeom>
          <a:noFill/>
          <a:ln>
            <a:noFill/>
          </a:ln>
        </p:spPr>
        <p:txBody>
          <a:bodyPr spcFirstLastPara="1" wrap="square" lIns="91425" tIns="45700" rIns="91425" bIns="45700" anchor="t" anchorCtr="0">
            <a:normAutofit/>
          </a:bodyPr>
          <a:lstStyle>
            <a:lvl1pPr marL="457200" lvl="0" indent="-342900" algn="l">
              <a:lnSpc>
                <a:spcPct val="150000"/>
              </a:lnSpc>
              <a:spcBef>
                <a:spcPts val="1000"/>
              </a:spcBef>
              <a:spcAft>
                <a:spcPts val="0"/>
              </a:spcAft>
              <a:buClr>
                <a:schemeClr val="lt1"/>
              </a:buClr>
              <a:buSzPts val="1800"/>
              <a:buChar char="•"/>
              <a:defRPr sz="1800">
                <a:solidFill>
                  <a:schemeClr val="lt1"/>
                </a:solidFill>
              </a:defRPr>
            </a:lvl1pPr>
            <a:lvl2pPr marL="914400" lvl="1" indent="-330200" algn="l">
              <a:lnSpc>
                <a:spcPct val="150000"/>
              </a:lnSpc>
              <a:spcBef>
                <a:spcPts val="500"/>
              </a:spcBef>
              <a:spcAft>
                <a:spcPts val="0"/>
              </a:spcAft>
              <a:buClr>
                <a:schemeClr val="lt1"/>
              </a:buClr>
              <a:buSzPts val="1600"/>
              <a:buChar char="•"/>
              <a:defRPr sz="1600">
                <a:solidFill>
                  <a:schemeClr val="lt1"/>
                </a:solidFill>
              </a:defRPr>
            </a:lvl2pPr>
            <a:lvl3pPr marL="1371600" lvl="2" indent="-317500" algn="l">
              <a:lnSpc>
                <a:spcPct val="150000"/>
              </a:lnSpc>
              <a:spcBef>
                <a:spcPts val="500"/>
              </a:spcBef>
              <a:spcAft>
                <a:spcPts val="0"/>
              </a:spcAft>
              <a:buClr>
                <a:schemeClr val="lt1"/>
              </a:buClr>
              <a:buSzPts val="1400"/>
              <a:buChar char="•"/>
              <a:defRPr sz="1400">
                <a:solidFill>
                  <a:schemeClr val="lt1"/>
                </a:solidFill>
              </a:defRPr>
            </a:lvl3pPr>
            <a:lvl4pPr marL="1828800" lvl="3" indent="-304800" algn="l">
              <a:lnSpc>
                <a:spcPct val="150000"/>
              </a:lnSpc>
              <a:spcBef>
                <a:spcPts val="500"/>
              </a:spcBef>
              <a:spcAft>
                <a:spcPts val="0"/>
              </a:spcAft>
              <a:buClr>
                <a:schemeClr val="lt1"/>
              </a:buClr>
              <a:buSzPts val="1200"/>
              <a:buChar char="•"/>
              <a:defRPr sz="1200">
                <a:solidFill>
                  <a:schemeClr val="lt1"/>
                </a:solidFill>
              </a:defRPr>
            </a:lvl4pPr>
            <a:lvl5pPr marL="2286000" lvl="4" indent="-304800" algn="l">
              <a:lnSpc>
                <a:spcPct val="150000"/>
              </a:lnSpc>
              <a:spcBef>
                <a:spcPts val="500"/>
              </a:spcBef>
              <a:spcAft>
                <a:spcPts val="0"/>
              </a:spcAft>
              <a:buClr>
                <a:schemeClr val="lt1"/>
              </a:buClr>
              <a:buSzPts val="1200"/>
              <a:buChar char="•"/>
              <a:defRPr sz="12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4"/>
          <p:cNvSpPr>
            <a:spLocks noGrp="1"/>
          </p:cNvSpPr>
          <p:nvPr>
            <p:ph type="pic" idx="5"/>
          </p:nvPr>
        </p:nvSpPr>
        <p:spPr>
          <a:xfrm>
            <a:off x="0" y="1"/>
            <a:ext cx="12192000" cy="4258233"/>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B 1 Colom &amp; pict">
  <p:cSld name="Content B 1 Colom &amp; pict">
    <p:spTree>
      <p:nvGrpSpPr>
        <p:cNvPr id="1" name="Shape 52"/>
        <p:cNvGrpSpPr/>
        <p:nvPr/>
      </p:nvGrpSpPr>
      <p:grpSpPr>
        <a:xfrm>
          <a:off x="0" y="0"/>
          <a:ext cx="0" cy="0"/>
          <a:chOff x="0" y="0"/>
          <a:chExt cx="0" cy="0"/>
        </a:xfrm>
      </p:grpSpPr>
      <p:pic>
        <p:nvPicPr>
          <p:cNvPr id="53" name="Google Shape;53;p3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4" name="Google Shape;54;p35"/>
          <p:cNvSpPr txBox="1">
            <a:spLocks noGrp="1"/>
          </p:cNvSpPr>
          <p:nvPr>
            <p:ph type="title"/>
          </p:nvPr>
        </p:nvSpPr>
        <p:spPr>
          <a:xfrm>
            <a:off x="1541929" y="1243666"/>
            <a:ext cx="3558990" cy="80925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Signika"/>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5"/>
          <p:cNvSpPr txBox="1">
            <a:spLocks noGrp="1"/>
          </p:cNvSpPr>
          <p:nvPr>
            <p:ph type="body" idx="1"/>
          </p:nvPr>
        </p:nvSpPr>
        <p:spPr>
          <a:xfrm>
            <a:off x="1541928" y="2240897"/>
            <a:ext cx="3558991" cy="29765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sz="1800"/>
            </a:lvl1pPr>
            <a:lvl2pPr marL="914400" lvl="1" indent="-330200" algn="l">
              <a:lnSpc>
                <a:spcPct val="100000"/>
              </a:lnSpc>
              <a:spcBef>
                <a:spcPts val="500"/>
              </a:spcBef>
              <a:spcAft>
                <a:spcPts val="0"/>
              </a:spcAft>
              <a:buClr>
                <a:schemeClr val="dk1"/>
              </a:buClr>
              <a:buSzPts val="1600"/>
              <a:buChar char="•"/>
              <a:defRPr sz="1600"/>
            </a:lvl2pPr>
            <a:lvl3pPr marL="1371600" lvl="2" indent="-317500" algn="l">
              <a:lnSpc>
                <a:spcPct val="100000"/>
              </a:lnSpc>
              <a:spcBef>
                <a:spcPts val="500"/>
              </a:spcBef>
              <a:spcAft>
                <a:spcPts val="0"/>
              </a:spcAft>
              <a:buClr>
                <a:schemeClr val="dk1"/>
              </a:buClr>
              <a:buSzPts val="1400"/>
              <a:buChar char="•"/>
              <a:defRPr sz="1400"/>
            </a:lvl3pPr>
            <a:lvl4pPr marL="1828800" lvl="3" indent="-304800" algn="l">
              <a:lnSpc>
                <a:spcPct val="100000"/>
              </a:lnSpc>
              <a:spcBef>
                <a:spcPts val="500"/>
              </a:spcBef>
              <a:spcAft>
                <a:spcPts val="0"/>
              </a:spcAft>
              <a:buClr>
                <a:schemeClr val="dk1"/>
              </a:buClr>
              <a:buSzPts val="1200"/>
              <a:buChar char="•"/>
              <a:defRPr sz="1200"/>
            </a:lvl4pPr>
            <a:lvl5pPr marL="2286000" lvl="4" indent="-304800" algn="l">
              <a:lnSpc>
                <a:spcPct val="100000"/>
              </a:lnSpc>
              <a:spcBef>
                <a:spcPts val="50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35"/>
          <p:cNvSpPr txBox="1">
            <a:spLocks noGrp="1"/>
          </p:cNvSpPr>
          <p:nvPr>
            <p:ph type="ftr" idx="11"/>
          </p:nvPr>
        </p:nvSpPr>
        <p:spPr>
          <a:xfrm>
            <a:off x="9148482" y="185738"/>
            <a:ext cx="2743200" cy="495299"/>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1"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35"/>
          <p:cNvSpPr>
            <a:spLocks noGrp="1"/>
          </p:cNvSpPr>
          <p:nvPr>
            <p:ph type="pic" idx="2"/>
          </p:nvPr>
        </p:nvSpPr>
        <p:spPr>
          <a:xfrm>
            <a:off x="6019800" y="761719"/>
            <a:ext cx="6172200" cy="6096281"/>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c ">
  <p:cSld name="Content c ">
    <p:spTree>
      <p:nvGrpSpPr>
        <p:cNvPr id="1" name="Shape 58"/>
        <p:cNvGrpSpPr/>
        <p:nvPr/>
      </p:nvGrpSpPr>
      <p:grpSpPr>
        <a:xfrm>
          <a:off x="0" y="0"/>
          <a:ext cx="0" cy="0"/>
          <a:chOff x="0" y="0"/>
          <a:chExt cx="0" cy="0"/>
        </a:xfrm>
      </p:grpSpPr>
      <p:pic>
        <p:nvPicPr>
          <p:cNvPr id="59" name="Google Shape;59;p3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0" name="Google Shape;60;p36"/>
          <p:cNvSpPr txBox="1">
            <a:spLocks noGrp="1"/>
          </p:cNvSpPr>
          <p:nvPr>
            <p:ph type="body" idx="1"/>
          </p:nvPr>
        </p:nvSpPr>
        <p:spPr>
          <a:xfrm>
            <a:off x="636496" y="2483224"/>
            <a:ext cx="2348751" cy="160468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3200"/>
              <a:buNone/>
              <a:defRPr sz="3200" b="1">
                <a:solidFill>
                  <a:schemeClr val="lt1"/>
                </a:solidFill>
                <a:latin typeface="Signika"/>
                <a:ea typeface="Signika"/>
                <a:cs typeface="Signika"/>
                <a:sym typeface="Signik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36"/>
          <p:cNvSpPr txBox="1">
            <a:spLocks noGrp="1"/>
          </p:cNvSpPr>
          <p:nvPr>
            <p:ph type="body" idx="2"/>
          </p:nvPr>
        </p:nvSpPr>
        <p:spPr>
          <a:xfrm>
            <a:off x="4269335" y="1185657"/>
            <a:ext cx="6434524" cy="75072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Signika"/>
                <a:ea typeface="Signika"/>
                <a:cs typeface="Signika"/>
                <a:sym typeface="Signika"/>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36"/>
          <p:cNvSpPr txBox="1">
            <a:spLocks noGrp="1"/>
          </p:cNvSpPr>
          <p:nvPr>
            <p:ph type="body" idx="3"/>
          </p:nvPr>
        </p:nvSpPr>
        <p:spPr>
          <a:xfrm>
            <a:off x="4269335" y="2088777"/>
            <a:ext cx="6434524" cy="369345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sz="1800"/>
            </a:lvl1pPr>
            <a:lvl2pPr marL="914400" lvl="1" indent="-330200" algn="l">
              <a:lnSpc>
                <a:spcPct val="100000"/>
              </a:lnSpc>
              <a:spcBef>
                <a:spcPts val="500"/>
              </a:spcBef>
              <a:spcAft>
                <a:spcPts val="0"/>
              </a:spcAft>
              <a:buClr>
                <a:schemeClr val="dk1"/>
              </a:buClr>
              <a:buSzPts val="1600"/>
              <a:buChar char="•"/>
              <a:defRPr sz="1600"/>
            </a:lvl2pPr>
            <a:lvl3pPr marL="1371600" lvl="2" indent="-317500" algn="l">
              <a:lnSpc>
                <a:spcPct val="100000"/>
              </a:lnSpc>
              <a:spcBef>
                <a:spcPts val="500"/>
              </a:spcBef>
              <a:spcAft>
                <a:spcPts val="0"/>
              </a:spcAft>
              <a:buClr>
                <a:schemeClr val="dk1"/>
              </a:buClr>
              <a:buSzPts val="1400"/>
              <a:buChar char="•"/>
              <a:defRPr sz="1400"/>
            </a:lvl3pPr>
            <a:lvl4pPr marL="1828800" lvl="3" indent="-304800" algn="l">
              <a:lnSpc>
                <a:spcPct val="100000"/>
              </a:lnSpc>
              <a:spcBef>
                <a:spcPts val="500"/>
              </a:spcBef>
              <a:spcAft>
                <a:spcPts val="0"/>
              </a:spcAft>
              <a:buClr>
                <a:schemeClr val="dk1"/>
              </a:buClr>
              <a:buSzPts val="1200"/>
              <a:buChar char="•"/>
              <a:defRPr sz="1200"/>
            </a:lvl4pPr>
            <a:lvl5pPr marL="2286000" lvl="4" indent="-304800" algn="l">
              <a:lnSpc>
                <a:spcPct val="100000"/>
              </a:lnSpc>
              <a:spcBef>
                <a:spcPts val="50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6"/>
          <p:cNvSpPr txBox="1">
            <a:spLocks noGrp="1"/>
          </p:cNvSpPr>
          <p:nvPr>
            <p:ph type="ftr" idx="11"/>
          </p:nvPr>
        </p:nvSpPr>
        <p:spPr>
          <a:xfrm>
            <a:off x="9798421" y="206507"/>
            <a:ext cx="2120153" cy="36512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1"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Signika"/>
              <a:buNone/>
              <a:defRPr sz="4400" b="1" i="0" u="none" strike="noStrike" cap="none">
                <a:solidFill>
                  <a:schemeClr val="dk1"/>
                </a:solidFill>
                <a:latin typeface="Signika"/>
                <a:ea typeface="Signika"/>
                <a:cs typeface="Signika"/>
                <a:sym typeface="Signik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intl/id_id/chrom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github.com/webyog/sqlyog-community/wiki/Downloads" TargetMode="External"/><Relationship Id="rId5" Type="http://schemas.openxmlformats.org/officeDocument/2006/relationships/hyperlink" Target="https://www.apachefriends.org/index.html" TargetMode="External"/><Relationship Id="rId4" Type="http://schemas.openxmlformats.org/officeDocument/2006/relationships/hyperlink" Target="https://code.visualstudio.com/"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www.dinus.ac.id/index.php"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www.dinus.ac.id/"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w3schools.com/"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sekolahkoding.com/"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
          <p:cNvSpPr txBox="1">
            <a:spLocks noGrp="1"/>
          </p:cNvSpPr>
          <p:nvPr>
            <p:ph type="subTitle" idx="1"/>
          </p:nvPr>
        </p:nvSpPr>
        <p:spPr>
          <a:xfrm>
            <a:off x="5455024" y="4510369"/>
            <a:ext cx="4778189" cy="118995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600" b="1" i="0" dirty="0" err="1"/>
              <a:t>Pengantar</a:t>
            </a:r>
            <a:endParaRPr b="1" i="0" dirty="0"/>
          </a:p>
          <a:p>
            <a:pPr marL="0" lvl="0" indent="0" algn="l" rtl="0">
              <a:lnSpc>
                <a:spcPct val="90000"/>
              </a:lnSpc>
              <a:spcBef>
                <a:spcPts val="1000"/>
              </a:spcBef>
              <a:spcAft>
                <a:spcPts val="0"/>
              </a:spcAft>
              <a:buClr>
                <a:schemeClr val="dk1"/>
              </a:buClr>
              <a:buSzPct val="100000"/>
              <a:buNone/>
            </a:pPr>
            <a:endParaRPr sz="1400" dirty="0"/>
          </a:p>
          <a:p>
            <a:pPr marL="0" lvl="0" indent="0" algn="l" rtl="0">
              <a:lnSpc>
                <a:spcPct val="90000"/>
              </a:lnSpc>
              <a:spcBef>
                <a:spcPts val="1000"/>
              </a:spcBef>
              <a:spcAft>
                <a:spcPts val="0"/>
              </a:spcAft>
              <a:buClr>
                <a:schemeClr val="dk1"/>
              </a:buClr>
              <a:buSzPct val="100000"/>
              <a:buNone/>
            </a:pPr>
            <a:r>
              <a:rPr lang="en-US" sz="1400" dirty="0"/>
              <a:t>Tim </a:t>
            </a:r>
            <a:r>
              <a:rPr lang="en-US" sz="1400" dirty="0" err="1"/>
              <a:t>Pengajar</a:t>
            </a:r>
            <a:endParaRPr sz="1400" dirty="0"/>
          </a:p>
          <a:p>
            <a:pPr marL="0" lvl="0" indent="0" algn="l" rtl="0">
              <a:lnSpc>
                <a:spcPct val="90000"/>
              </a:lnSpc>
              <a:spcBef>
                <a:spcPts val="1000"/>
              </a:spcBef>
              <a:spcAft>
                <a:spcPts val="0"/>
              </a:spcAft>
              <a:buClr>
                <a:schemeClr val="dk1"/>
              </a:buClr>
              <a:buSzPct val="100000"/>
              <a:buNone/>
            </a:pPr>
            <a:endParaRPr dirty="0"/>
          </a:p>
        </p:txBody>
      </p:sp>
      <p:sp>
        <p:nvSpPr>
          <p:cNvPr id="70" name="Google Shape;70;p1"/>
          <p:cNvSpPr txBox="1"/>
          <p:nvPr/>
        </p:nvSpPr>
        <p:spPr>
          <a:xfrm>
            <a:off x="2230580" y="213032"/>
            <a:ext cx="3577937" cy="57676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00"/>
              </a:buClr>
              <a:buSzPts val="6000"/>
              <a:buFont typeface="Signika"/>
              <a:buNone/>
            </a:pPr>
            <a:endParaRPr sz="6000" b="1" i="0" u="none" strike="noStrike" cap="none">
              <a:solidFill>
                <a:srgbClr val="FFFF00"/>
              </a:solidFill>
              <a:latin typeface="Signika"/>
              <a:ea typeface="Signika"/>
              <a:cs typeface="Signika"/>
              <a:sym typeface="Signika"/>
            </a:endParaRPr>
          </a:p>
        </p:txBody>
      </p:sp>
      <p:sp>
        <p:nvSpPr>
          <p:cNvPr id="71" name="Google Shape;71;p1"/>
          <p:cNvSpPr txBox="1"/>
          <p:nvPr/>
        </p:nvSpPr>
        <p:spPr>
          <a:xfrm>
            <a:off x="3440255" y="427626"/>
            <a:ext cx="3865420" cy="576768"/>
          </a:xfrm>
          <a:prstGeom prst="rect">
            <a:avLst/>
          </a:prstGeom>
          <a:noFill/>
          <a:ln>
            <a:noFill/>
          </a:ln>
        </p:spPr>
        <p:txBody>
          <a:bodyPr spcFirstLastPara="1" wrap="square" lIns="91425" tIns="45700" rIns="91425" bIns="45700" anchor="ctr" anchorCtr="0">
            <a:noAutofit/>
          </a:bodyPr>
          <a:lstStyle/>
          <a:p>
            <a:pPr marL="0" marR="0" lvl="0" indent="0" algn="l" rtl="0">
              <a:lnSpc>
                <a:spcPct val="114000"/>
              </a:lnSpc>
              <a:spcBef>
                <a:spcPts val="0"/>
              </a:spcBef>
              <a:spcAft>
                <a:spcPts val="0"/>
              </a:spcAft>
              <a:buClr>
                <a:srgbClr val="C55A11"/>
              </a:buClr>
              <a:buSzPts val="1200"/>
              <a:buFont typeface="Arial Black"/>
              <a:buNone/>
            </a:pPr>
            <a:r>
              <a:rPr lang="en-US" sz="1200" b="1" i="0" u="none" strike="noStrike" cap="none">
                <a:solidFill>
                  <a:srgbClr val="C55A11"/>
                </a:solidFill>
                <a:latin typeface="Arial Black"/>
                <a:ea typeface="Arial Black"/>
                <a:cs typeface="Arial Black"/>
                <a:sym typeface="Arial Black"/>
              </a:rPr>
              <a:t>PROGRAM STUDI</a:t>
            </a:r>
            <a:br>
              <a:rPr lang="en-US" sz="1200" b="1" i="0" u="none" strike="noStrike" cap="none">
                <a:solidFill>
                  <a:srgbClr val="C55A11"/>
                </a:solidFill>
                <a:latin typeface="Arial Black"/>
                <a:ea typeface="Arial Black"/>
                <a:cs typeface="Arial Black"/>
                <a:sym typeface="Arial Black"/>
              </a:rPr>
            </a:br>
            <a:r>
              <a:rPr lang="en-US" sz="1200" b="1" i="0" u="none" strike="noStrike" cap="none">
                <a:solidFill>
                  <a:srgbClr val="C55A11"/>
                </a:solidFill>
                <a:latin typeface="Arial Black"/>
                <a:ea typeface="Arial Black"/>
                <a:cs typeface="Arial Black"/>
                <a:sym typeface="Arial Black"/>
              </a:rPr>
              <a:t>SISTEM INFORMASI</a:t>
            </a:r>
            <a:endParaRPr sz="1200" b="1" i="0" u="none" strike="noStrike" cap="none">
              <a:solidFill>
                <a:srgbClr val="C55A11"/>
              </a:solidFill>
              <a:latin typeface="Arial Black"/>
              <a:ea typeface="Arial Black"/>
              <a:cs typeface="Arial Black"/>
              <a:sym typeface="Arial Black"/>
            </a:endParaRPr>
          </a:p>
        </p:txBody>
      </p:sp>
      <p:sp>
        <p:nvSpPr>
          <p:cNvPr id="72" name="Google Shape;72;p1"/>
          <p:cNvSpPr txBox="1">
            <a:spLocks noGrp="1"/>
          </p:cNvSpPr>
          <p:nvPr>
            <p:ph type="ctrTitle"/>
          </p:nvPr>
        </p:nvSpPr>
        <p:spPr>
          <a:xfrm>
            <a:off x="5455024" y="2285440"/>
            <a:ext cx="5907741" cy="201986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1"/>
              </a:buClr>
              <a:buSzPts val="6000"/>
              <a:buFont typeface="Signika"/>
              <a:buNone/>
            </a:pPr>
            <a:r>
              <a:rPr lang="en-US"/>
              <a:t>Pemrograman Web</a:t>
            </a:r>
            <a:endParaRPr/>
          </a:p>
        </p:txBody>
      </p:sp>
      <p:sp>
        <p:nvSpPr>
          <p:cNvPr id="73" name="Google Shape;73;p1"/>
          <p:cNvSpPr txBox="1"/>
          <p:nvPr/>
        </p:nvSpPr>
        <p:spPr>
          <a:xfrm>
            <a:off x="8515350" y="665384"/>
            <a:ext cx="3105300" cy="678000"/>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1200"/>
              <a:buFont typeface="Arial"/>
              <a:buNone/>
            </a:pPr>
            <a:r>
              <a:rPr lang="en-US" sz="12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600"/>
              <a:buFont typeface="Arial"/>
              <a:buNone/>
            </a:pPr>
            <a:r>
              <a:rPr lang="en-US" sz="1600" b="1" i="1" u="none" strike="noStrike" cap="none">
                <a:solidFill>
                  <a:srgbClr val="2E75B5"/>
                </a:solidFill>
                <a:latin typeface="Calibri"/>
                <a:ea typeface="Calibri"/>
                <a:cs typeface="Calibri"/>
                <a:sym typeface="Calibri"/>
              </a:rPr>
              <a:t>Pengantar Pemrograman Web</a:t>
            </a:r>
            <a:endParaRPr sz="1200" b="1" i="1" u="none" strike="noStrike" cap="none">
              <a:solidFill>
                <a:srgbClr val="2E75B5"/>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2"/>
          <p:cNvSpPr txBox="1">
            <a:spLocks noGrp="1"/>
          </p:cNvSpPr>
          <p:nvPr>
            <p:ph type="title"/>
          </p:nvPr>
        </p:nvSpPr>
        <p:spPr>
          <a:xfrm>
            <a:off x="1541929" y="1270185"/>
            <a:ext cx="5354172"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Signika"/>
              <a:buNone/>
            </a:pPr>
            <a:r>
              <a:rPr lang="en-US" sz="3200" baseline="30000"/>
              <a:t>Capaian Pembelajaran</a:t>
            </a:r>
            <a:endParaRPr sz="3200">
              <a:solidFill>
                <a:srgbClr val="FFFF00"/>
              </a:solidFill>
            </a:endParaRPr>
          </a:p>
        </p:txBody>
      </p:sp>
      <p:sp>
        <p:nvSpPr>
          <p:cNvPr id="79" name="Google Shape;79;p2"/>
          <p:cNvSpPr txBox="1">
            <a:spLocks noGrp="1"/>
          </p:cNvSpPr>
          <p:nvPr>
            <p:ph type="body" idx="1"/>
          </p:nvPr>
        </p:nvSpPr>
        <p:spPr>
          <a:xfrm>
            <a:off x="1944410" y="1998715"/>
            <a:ext cx="8534904" cy="18765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600"/>
              <a:buNone/>
            </a:pPr>
            <a:r>
              <a:rPr lang="en-US" sz="1600"/>
              <a:t>Mahasiswa dapat menggunakan </a:t>
            </a:r>
            <a:r>
              <a:rPr lang="en-US" sz="1600" b="1">
                <a:solidFill>
                  <a:srgbClr val="C00000"/>
                </a:solidFill>
              </a:rPr>
              <a:t>HTML</a:t>
            </a:r>
            <a:r>
              <a:rPr lang="en-US" sz="1600"/>
              <a:t>, </a:t>
            </a:r>
            <a:r>
              <a:rPr lang="en-US" sz="1600" b="1">
                <a:solidFill>
                  <a:srgbClr val="C00000"/>
                </a:solidFill>
              </a:rPr>
              <a:t>CSS</a:t>
            </a:r>
            <a:r>
              <a:rPr lang="en-US" sz="1600"/>
              <a:t>, </a:t>
            </a:r>
            <a:r>
              <a:rPr lang="en-US" sz="1600" b="1">
                <a:solidFill>
                  <a:srgbClr val="C00000"/>
                </a:solidFill>
              </a:rPr>
              <a:t>Boostrap</a:t>
            </a:r>
            <a:r>
              <a:rPr lang="en-US" sz="1600"/>
              <a:t>, </a:t>
            </a:r>
            <a:r>
              <a:rPr lang="en-US" sz="1600" b="1">
                <a:solidFill>
                  <a:srgbClr val="C00000"/>
                </a:solidFill>
              </a:rPr>
              <a:t>Javascript</a:t>
            </a:r>
            <a:r>
              <a:rPr lang="en-US" sz="1600"/>
              <a:t>, </a:t>
            </a:r>
            <a:r>
              <a:rPr lang="en-US" sz="1600" b="1">
                <a:solidFill>
                  <a:srgbClr val="C00000"/>
                </a:solidFill>
              </a:rPr>
              <a:t>Ajax</a:t>
            </a:r>
            <a:r>
              <a:rPr lang="en-US" sz="1600"/>
              <a:t>, </a:t>
            </a:r>
            <a:r>
              <a:rPr lang="en-US" sz="1600" b="1">
                <a:solidFill>
                  <a:srgbClr val="C00000"/>
                </a:solidFill>
              </a:rPr>
              <a:t>PHP</a:t>
            </a:r>
            <a:r>
              <a:rPr lang="en-US" sz="1600"/>
              <a:t>, </a:t>
            </a:r>
            <a:r>
              <a:rPr lang="en-US" sz="1600" b="1">
                <a:solidFill>
                  <a:srgbClr val="C00000"/>
                </a:solidFill>
              </a:rPr>
              <a:t>SQL</a:t>
            </a:r>
            <a:r>
              <a:rPr lang="en-US" sz="1600"/>
              <a:t>, dan </a:t>
            </a:r>
            <a:r>
              <a:rPr lang="en-US" sz="1600" b="1">
                <a:solidFill>
                  <a:srgbClr val="C00000"/>
                </a:solidFill>
              </a:rPr>
              <a:t>MySQL</a:t>
            </a:r>
            <a:r>
              <a:rPr lang="en-US" sz="1600"/>
              <a:t> untuk membangun situs web sederhana</a:t>
            </a:r>
            <a:endParaRPr sz="1400"/>
          </a:p>
        </p:txBody>
      </p:sp>
      <p:sp>
        <p:nvSpPr>
          <p:cNvPr id="80" name="Google Shape;80;p2"/>
          <p:cNvSpPr txBox="1"/>
          <p:nvPr/>
        </p:nvSpPr>
        <p:spPr>
          <a:xfrm>
            <a:off x="1587101" y="2982562"/>
            <a:ext cx="5354172" cy="80925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200"/>
              <a:buFont typeface="Signika"/>
              <a:buNone/>
            </a:pPr>
            <a:r>
              <a:rPr lang="en-US" sz="3200" b="1" i="0" u="none" strike="noStrike" cap="none" baseline="30000">
                <a:solidFill>
                  <a:schemeClr val="dk1"/>
                </a:solidFill>
                <a:latin typeface="Signika"/>
                <a:ea typeface="Signika"/>
                <a:cs typeface="Signika"/>
                <a:sym typeface="Signika"/>
              </a:rPr>
              <a:t>Kemampuan Akhir yang Diharapkan</a:t>
            </a:r>
            <a:endParaRPr sz="3200" b="1" i="0" u="none" strike="noStrike" cap="none">
              <a:solidFill>
                <a:srgbClr val="FFFF00"/>
              </a:solidFill>
              <a:latin typeface="Signika"/>
              <a:ea typeface="Signika"/>
              <a:cs typeface="Signika"/>
              <a:sym typeface="Signika"/>
            </a:endParaRPr>
          </a:p>
        </p:txBody>
      </p:sp>
      <p:sp>
        <p:nvSpPr>
          <p:cNvPr id="81" name="Google Shape;81;p2"/>
          <p:cNvSpPr txBox="1"/>
          <p:nvPr/>
        </p:nvSpPr>
        <p:spPr>
          <a:xfrm>
            <a:off x="1872386" y="3762887"/>
            <a:ext cx="8287614" cy="218797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Calibri"/>
                <a:ea typeface="Calibri"/>
                <a:cs typeface="Calibri"/>
                <a:sym typeface="Calibri"/>
              </a:rPr>
              <a:t>Mahasiswa dapat membuat dokumen html dengan struktur yang benar</a:t>
            </a:r>
            <a:endParaRPr sz="1600" b="0" i="0" u="none" strike="noStrike" cap="none">
              <a:solidFill>
                <a:schemeClr val="dk1"/>
              </a:solidFill>
              <a:latin typeface="Calibri"/>
              <a:ea typeface="Calibri"/>
              <a:cs typeface="Calibri"/>
              <a:sym typeface="Calibri"/>
            </a:endParaRPr>
          </a:p>
          <a:p>
            <a:pPr marL="228600" marR="0" lvl="0" indent="-2286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Calibri"/>
                <a:ea typeface="Calibri"/>
                <a:cs typeface="Calibri"/>
                <a:sym typeface="Calibri"/>
              </a:rPr>
              <a:t>menggunakan elemen-elemen html sesuai fungsinya</a:t>
            </a:r>
            <a:endParaRPr sz="1600" b="0" i="0" u="none" strike="noStrike" cap="none">
              <a:solidFill>
                <a:schemeClr val="dk1"/>
              </a:solidFill>
              <a:latin typeface="Calibri"/>
              <a:ea typeface="Calibri"/>
              <a:cs typeface="Calibri"/>
              <a:sym typeface="Calibri"/>
            </a:endParaRPr>
          </a:p>
          <a:p>
            <a:pPr marL="228600" marR="0" lvl="0" indent="-2286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Calibri"/>
                <a:ea typeface="Calibri"/>
                <a:cs typeface="Calibri"/>
                <a:sym typeface="Calibri"/>
              </a:rPr>
              <a:t>mengatur tata letak dengan css dan bootstrap</a:t>
            </a:r>
            <a:endParaRPr sz="1600" b="0" i="0" u="none" strike="noStrike" cap="none">
              <a:solidFill>
                <a:schemeClr val="dk1"/>
              </a:solidFill>
              <a:latin typeface="Calibri"/>
              <a:ea typeface="Calibri"/>
              <a:cs typeface="Calibri"/>
              <a:sym typeface="Calibri"/>
            </a:endParaRPr>
          </a:p>
          <a:p>
            <a:pPr marL="228600" marR="0" lvl="0" indent="-2286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Calibri"/>
                <a:ea typeface="Calibri"/>
                <a:cs typeface="Calibri"/>
                <a:sym typeface="Calibri"/>
              </a:rPr>
              <a:t>menggunakan javascript dan ajax untuk mempercepat  loading halaman</a:t>
            </a:r>
            <a:endParaRPr sz="1600" b="0" i="0" u="none" strike="noStrike" cap="none">
              <a:solidFill>
                <a:schemeClr val="dk1"/>
              </a:solidFill>
              <a:latin typeface="Calibri"/>
              <a:ea typeface="Calibri"/>
              <a:cs typeface="Calibri"/>
              <a:sym typeface="Calibri"/>
            </a:endParaRPr>
          </a:p>
          <a:p>
            <a:pPr marL="228600" marR="0" lvl="0" indent="-2286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Calibri"/>
                <a:ea typeface="Calibri"/>
                <a:cs typeface="Calibri"/>
                <a:sym typeface="Calibri"/>
              </a:rPr>
              <a:t>menggunakan PHP, SQL dan MySQL  untuk pengolahan data web</a:t>
            </a:r>
            <a:endParaRPr/>
          </a:p>
          <a:p>
            <a:pPr marL="228600" marR="0" lvl="0" indent="-12700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82" name="Google Shape;82;p2"/>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83" name="Google Shape;83;p2"/>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3"/>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Relevansi (Mengapa Perlu Mempelajari)</a:t>
            </a:r>
            <a:endParaRPr/>
          </a:p>
        </p:txBody>
      </p:sp>
      <p:sp>
        <p:nvSpPr>
          <p:cNvPr id="89" name="Google Shape;89;p3"/>
          <p:cNvSpPr txBox="1">
            <a:spLocks noGrp="1"/>
          </p:cNvSpPr>
          <p:nvPr>
            <p:ph type="body" idx="1"/>
          </p:nvPr>
        </p:nvSpPr>
        <p:spPr>
          <a:xfrm>
            <a:off x="1541928" y="2034709"/>
            <a:ext cx="6136129" cy="297656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000"/>
              <a:buChar char="•"/>
            </a:pPr>
            <a:r>
              <a:rPr lang="en-US" sz="2000"/>
              <a:t>Sebagai mahasiswa SI, Anda dituntut untuk dapat </a:t>
            </a:r>
            <a:r>
              <a:rPr lang="en-US" sz="2000" b="1">
                <a:solidFill>
                  <a:srgbClr val="C00000"/>
                </a:solidFill>
              </a:rPr>
              <a:t>membangun dan/atau mengelola sistem informasi berbasis TI </a:t>
            </a:r>
            <a:r>
              <a:rPr lang="en-US" sz="2000"/>
              <a:t>pada suatu organisasi.</a:t>
            </a:r>
            <a:endParaRPr/>
          </a:p>
          <a:p>
            <a:pPr marL="228600" lvl="0" indent="-228600" algn="l" rtl="0">
              <a:lnSpc>
                <a:spcPct val="100000"/>
              </a:lnSpc>
              <a:spcBef>
                <a:spcPts val="0"/>
              </a:spcBef>
              <a:spcAft>
                <a:spcPts val="0"/>
              </a:spcAft>
              <a:buClr>
                <a:schemeClr val="dk1"/>
              </a:buClr>
              <a:buSzPts val="2000"/>
              <a:buChar char="•"/>
            </a:pPr>
            <a:r>
              <a:rPr lang="en-US" sz="2000"/>
              <a:t>Sementara itu, banyak sistem informasi yang dikembangkan saat ini </a:t>
            </a:r>
            <a:r>
              <a:rPr lang="en-US" sz="2000" b="1">
                <a:solidFill>
                  <a:srgbClr val="C00000"/>
                </a:solidFill>
              </a:rPr>
              <a:t>berplatform web</a:t>
            </a:r>
            <a:r>
              <a:rPr lang="en-US" sz="2000">
                <a:solidFill>
                  <a:srgbClr val="FFC000"/>
                </a:solidFill>
              </a:rPr>
              <a:t>, </a:t>
            </a:r>
            <a:r>
              <a:rPr lang="en-US" sz="2000"/>
              <a:t>maka dibutuhkan </a:t>
            </a:r>
            <a:r>
              <a:rPr lang="en-US" sz="2000" b="1">
                <a:solidFill>
                  <a:srgbClr val="C00000"/>
                </a:solidFill>
              </a:rPr>
              <a:t>kompetensi di bidang pemrograman web </a:t>
            </a:r>
            <a:r>
              <a:rPr lang="en-US" sz="2000"/>
              <a:t>agar dapat menjalankan peran dalam suatu  organisasi dengan baik</a:t>
            </a:r>
            <a:endParaRPr sz="2000"/>
          </a:p>
        </p:txBody>
      </p:sp>
      <p:pic>
        <p:nvPicPr>
          <p:cNvPr id="90" name="Google Shape;90;p3" descr="http://cdn.skyje.com/wp-content/uploads/2014/02/attention.jpg"/>
          <p:cNvPicPr preferRelativeResize="0"/>
          <p:nvPr/>
        </p:nvPicPr>
        <p:blipFill rotWithShape="1">
          <a:blip r:embed="rId3">
            <a:alphaModFix/>
          </a:blip>
          <a:srcRect l="15277" r="11110"/>
          <a:stretch/>
        </p:blipFill>
        <p:spPr>
          <a:xfrm>
            <a:off x="8188104" y="2833939"/>
            <a:ext cx="3786214" cy="3429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4"/>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96" name="Google Shape;96;p4"/>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sp>
        <p:nvSpPr>
          <p:cNvPr id="97" name="Google Shape;97;p4"/>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Materi</a:t>
            </a:r>
            <a:endParaRPr/>
          </a:p>
        </p:txBody>
      </p:sp>
      <p:sp>
        <p:nvSpPr>
          <p:cNvPr id="98" name="Google Shape;98;p4"/>
          <p:cNvSpPr/>
          <p:nvPr/>
        </p:nvSpPr>
        <p:spPr>
          <a:xfrm>
            <a:off x="960466" y="2169832"/>
            <a:ext cx="2376264" cy="2376264"/>
          </a:xfrm>
          <a:prstGeom prst="roundRect">
            <a:avLst>
              <a:gd name="adj" fmla="val 16667"/>
            </a:avLst>
          </a:prstGeom>
          <a:solidFill>
            <a:srgbClr val="FBE4D4"/>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HTML</a:t>
            </a:r>
            <a:endParaRPr/>
          </a:p>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Struktur dokumen html, tag, heading, paragraph, link, list, Image, table, form, dom</a:t>
            </a:r>
            <a:endParaRPr sz="2000" b="0" i="0" u="none" strike="noStrike" cap="none">
              <a:solidFill>
                <a:schemeClr val="dk1"/>
              </a:solidFill>
              <a:latin typeface="Calibri"/>
              <a:ea typeface="Calibri"/>
              <a:cs typeface="Calibri"/>
              <a:sym typeface="Calibri"/>
            </a:endParaRPr>
          </a:p>
        </p:txBody>
      </p:sp>
      <p:sp>
        <p:nvSpPr>
          <p:cNvPr id="99" name="Google Shape;99;p4"/>
          <p:cNvSpPr/>
          <p:nvPr/>
        </p:nvSpPr>
        <p:spPr>
          <a:xfrm>
            <a:off x="2904682" y="3898024"/>
            <a:ext cx="2376264" cy="2376264"/>
          </a:xfrm>
          <a:prstGeom prst="roundRect">
            <a:avLst>
              <a:gd name="adj" fmla="val 16667"/>
            </a:avLst>
          </a:prstGeom>
          <a:solidFill>
            <a:srgbClr val="E1FBB7"/>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rgbClr val="548135"/>
                </a:solidFill>
                <a:latin typeface="Calibri"/>
                <a:ea typeface="Calibri"/>
                <a:cs typeface="Calibri"/>
                <a:sym typeface="Calibri"/>
              </a:rPr>
              <a:t>CSS</a:t>
            </a:r>
            <a:endParaRPr/>
          </a:p>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Sintaks, cara pakai, selector,  properti, position, box model,  id, kelas, margin, padding</a:t>
            </a:r>
            <a:endParaRPr/>
          </a:p>
        </p:txBody>
      </p:sp>
      <p:sp>
        <p:nvSpPr>
          <p:cNvPr id="100" name="Google Shape;100;p4"/>
          <p:cNvSpPr/>
          <p:nvPr/>
        </p:nvSpPr>
        <p:spPr>
          <a:xfrm>
            <a:off x="4920906" y="2169832"/>
            <a:ext cx="2376264" cy="2376264"/>
          </a:xfrm>
          <a:prstGeom prst="roundRect">
            <a:avLst>
              <a:gd name="adj" fmla="val 16667"/>
            </a:avLst>
          </a:prstGeom>
          <a:solidFill>
            <a:srgbClr val="8DE0FD"/>
          </a:solidFill>
          <a:ln w="127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accent1"/>
                </a:solidFill>
                <a:latin typeface="Calibri"/>
                <a:ea typeface="Calibri"/>
                <a:cs typeface="Calibri"/>
                <a:sym typeface="Calibri"/>
              </a:rPr>
              <a:t>PHP</a:t>
            </a:r>
            <a:endParaRPr/>
          </a:p>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Tag php, echo, remark, array, obyek,  percabangan, perulangan, form dan php, mysqli </a:t>
            </a:r>
            <a:endParaRPr/>
          </a:p>
        </p:txBody>
      </p:sp>
      <p:sp>
        <p:nvSpPr>
          <p:cNvPr id="101" name="Google Shape;101;p4"/>
          <p:cNvSpPr/>
          <p:nvPr/>
        </p:nvSpPr>
        <p:spPr>
          <a:xfrm>
            <a:off x="7039619" y="3898024"/>
            <a:ext cx="2376264" cy="2376264"/>
          </a:xfrm>
          <a:prstGeom prst="roundRect">
            <a:avLst>
              <a:gd name="adj" fmla="val 16667"/>
            </a:avLst>
          </a:prstGeom>
          <a:solidFill>
            <a:srgbClr val="FDC7F5"/>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rgbClr val="FF0000"/>
                </a:solidFill>
                <a:latin typeface="Calibri"/>
                <a:ea typeface="Calibri"/>
                <a:cs typeface="Calibri"/>
                <a:sym typeface="Calibri"/>
              </a:rPr>
              <a:t>MySQL</a:t>
            </a:r>
            <a:endParaRPr/>
          </a:p>
          <a:p>
            <a:pPr marL="0" marR="0" lvl="0" indent="0" algn="ctr" rtl="0">
              <a:spcBef>
                <a:spcPts val="0"/>
              </a:spcBef>
              <a:spcAft>
                <a:spcPts val="0"/>
              </a:spcAft>
              <a:buNone/>
            </a:pPr>
            <a:r>
              <a:rPr lang="en-US" sz="2400" b="0" i="0" u="none" strike="noStrike" cap="none">
                <a:solidFill>
                  <a:schemeClr val="dk1"/>
                </a:solidFill>
                <a:latin typeface="Calibri"/>
                <a:ea typeface="Calibri"/>
                <a:cs typeface="Calibri"/>
                <a:sym typeface="Calibri"/>
              </a:rPr>
              <a:t>SQL, DDL, DML</a:t>
            </a:r>
            <a:endParaRPr/>
          </a:p>
        </p:txBody>
      </p:sp>
      <p:sp>
        <p:nvSpPr>
          <p:cNvPr id="102" name="Google Shape;102;p4"/>
          <p:cNvSpPr/>
          <p:nvPr/>
        </p:nvSpPr>
        <p:spPr>
          <a:xfrm>
            <a:off x="9076916" y="2169832"/>
            <a:ext cx="2376264" cy="2376264"/>
          </a:xfrm>
          <a:prstGeom prst="roundRect">
            <a:avLst>
              <a:gd name="adj" fmla="val 16667"/>
            </a:avLst>
          </a:prstGeom>
          <a:solidFill>
            <a:srgbClr val="F3FC9E"/>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rgbClr val="FF9900"/>
                </a:solidFill>
                <a:latin typeface="Calibri"/>
                <a:ea typeface="Calibri"/>
                <a:cs typeface="Calibri"/>
                <a:sym typeface="Calibri"/>
              </a:rPr>
              <a:t>Javascript</a:t>
            </a:r>
            <a:endParaRPr sz="2400" b="1" i="0" u="none" strike="noStrike" cap="none">
              <a:solidFill>
                <a:srgbClr val="FF9900"/>
              </a:solidFill>
              <a:latin typeface="Calibri"/>
              <a:ea typeface="Calibri"/>
              <a:cs typeface="Calibri"/>
              <a:sym typeface="Calibri"/>
            </a:endParaRPr>
          </a:p>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Sintaks, array, fungsi, percabangan, perulangan, ajax,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Alat Praktek</a:t>
            </a:r>
            <a:endParaRPr/>
          </a:p>
        </p:txBody>
      </p:sp>
      <p:sp>
        <p:nvSpPr>
          <p:cNvPr id="108" name="Google Shape;108;p5"/>
          <p:cNvSpPr txBox="1">
            <a:spLocks noGrp="1"/>
          </p:cNvSpPr>
          <p:nvPr>
            <p:ph type="body" idx="1"/>
          </p:nvPr>
        </p:nvSpPr>
        <p:spPr>
          <a:xfrm>
            <a:off x="1541928" y="2034709"/>
            <a:ext cx="9744637" cy="2976563"/>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000"/>
              <a:buChar char="•"/>
            </a:pPr>
            <a:r>
              <a:rPr lang="en-US" sz="2000"/>
              <a:t>Browser </a:t>
            </a:r>
            <a:r>
              <a:rPr lang="en-US" sz="2000" b="1">
                <a:solidFill>
                  <a:srgbClr val="C00000"/>
                </a:solidFill>
              </a:rPr>
              <a:t>Google Chrome</a:t>
            </a:r>
            <a:r>
              <a:rPr lang="en-US" sz="2000"/>
              <a:t> untuk menampilkan halaman. Download </a:t>
            </a:r>
            <a:r>
              <a:rPr lang="en-US" sz="2000" u="sng">
                <a:solidFill>
                  <a:schemeClr val="hlink"/>
                </a:solidFill>
                <a:hlinkClick r:id="rId3"/>
              </a:rPr>
              <a:t>https://www.google.com/intl/id_id/chrome/</a:t>
            </a:r>
            <a:endParaRPr sz="2000"/>
          </a:p>
          <a:p>
            <a:pPr marL="228600" lvl="0" indent="-228600" algn="l" rtl="0">
              <a:lnSpc>
                <a:spcPct val="100000"/>
              </a:lnSpc>
              <a:spcBef>
                <a:spcPts val="0"/>
              </a:spcBef>
              <a:spcAft>
                <a:spcPts val="0"/>
              </a:spcAft>
              <a:buClr>
                <a:schemeClr val="dk1"/>
              </a:buClr>
              <a:buSzPts val="2000"/>
              <a:buChar char="•"/>
            </a:pPr>
            <a:r>
              <a:rPr lang="en-US" sz="2000"/>
              <a:t>IDE </a:t>
            </a:r>
            <a:r>
              <a:rPr lang="en-US" sz="2000" b="1">
                <a:solidFill>
                  <a:srgbClr val="C00000"/>
                </a:solidFill>
              </a:rPr>
              <a:t>Visual Studio Code </a:t>
            </a:r>
            <a:r>
              <a:rPr lang="en-US" sz="2000"/>
              <a:t>untuk menulis kode. Download </a:t>
            </a:r>
            <a:r>
              <a:rPr lang="en-US" sz="2000" u="sng">
                <a:solidFill>
                  <a:schemeClr val="hlink"/>
                </a:solidFill>
                <a:hlinkClick r:id="rId4"/>
              </a:rPr>
              <a:t>https://code.visualstudio.com/</a:t>
            </a:r>
            <a:endParaRPr sz="2000"/>
          </a:p>
          <a:p>
            <a:pPr marL="228600" lvl="0" indent="-228600" algn="l" rtl="0">
              <a:lnSpc>
                <a:spcPct val="100000"/>
              </a:lnSpc>
              <a:spcBef>
                <a:spcPts val="0"/>
              </a:spcBef>
              <a:spcAft>
                <a:spcPts val="0"/>
              </a:spcAft>
              <a:buClr>
                <a:schemeClr val="dk1"/>
              </a:buClr>
              <a:buSzPts val="2000"/>
              <a:buChar char="•"/>
            </a:pPr>
            <a:r>
              <a:rPr lang="en-US" sz="2000"/>
              <a:t>Server web </a:t>
            </a:r>
            <a:r>
              <a:rPr lang="en-US" sz="2000" b="1">
                <a:solidFill>
                  <a:srgbClr val="C00000"/>
                </a:solidFill>
              </a:rPr>
              <a:t>XAMPP</a:t>
            </a:r>
            <a:r>
              <a:rPr lang="en-US" sz="2000"/>
              <a:t> untuk menjalankan PHP dan MySQL. Download  </a:t>
            </a:r>
            <a:r>
              <a:rPr lang="en-US" sz="2000" u="sng">
                <a:solidFill>
                  <a:schemeClr val="hlink"/>
                </a:solidFill>
                <a:hlinkClick r:id="rId5"/>
              </a:rPr>
              <a:t>https://www.apachefriends.org/index.html</a:t>
            </a:r>
            <a:endParaRPr sz="2000"/>
          </a:p>
          <a:p>
            <a:pPr marL="228600" lvl="0" indent="-228600" algn="l" rtl="0">
              <a:lnSpc>
                <a:spcPct val="100000"/>
              </a:lnSpc>
              <a:spcBef>
                <a:spcPts val="0"/>
              </a:spcBef>
              <a:spcAft>
                <a:spcPts val="0"/>
              </a:spcAft>
              <a:buClr>
                <a:schemeClr val="dk1"/>
              </a:buClr>
              <a:buSzPts val="2000"/>
              <a:buChar char="•"/>
            </a:pPr>
            <a:r>
              <a:rPr lang="en-US" sz="2000"/>
              <a:t>Tool manajemen data </a:t>
            </a:r>
            <a:r>
              <a:rPr lang="en-US" sz="2000" b="1">
                <a:solidFill>
                  <a:srgbClr val="C00000"/>
                </a:solidFill>
              </a:rPr>
              <a:t>MysqlYog versi Community</a:t>
            </a:r>
            <a:r>
              <a:rPr lang="en-US" sz="2000"/>
              <a:t>. Download </a:t>
            </a:r>
            <a:r>
              <a:rPr lang="en-US" sz="2000" u="sng">
                <a:solidFill>
                  <a:schemeClr val="hlink"/>
                </a:solidFill>
                <a:hlinkClick r:id="rId6"/>
              </a:rPr>
              <a:t>https://github.com/webyog/sqlyog-community/wiki/Downloads</a:t>
            </a:r>
            <a:endParaRPr sz="2000"/>
          </a:p>
          <a:p>
            <a:pPr marL="228600" lvl="0" indent="-101600" algn="l" rtl="0">
              <a:lnSpc>
                <a:spcPct val="100000"/>
              </a:lnSpc>
              <a:spcBef>
                <a:spcPts val="0"/>
              </a:spcBef>
              <a:spcAft>
                <a:spcPts val="0"/>
              </a:spcAft>
              <a:buClr>
                <a:schemeClr val="dk1"/>
              </a:buClr>
              <a:buSzPts val="2000"/>
              <a:buNone/>
            </a:pPr>
            <a:endParaRPr sz="2000"/>
          </a:p>
        </p:txBody>
      </p:sp>
      <p:sp>
        <p:nvSpPr>
          <p:cNvPr id="109" name="Google Shape;109;p5"/>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10" name="Google Shape;110;p5"/>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Proses Praktek</a:t>
            </a:r>
            <a:endParaRPr/>
          </a:p>
        </p:txBody>
      </p:sp>
      <p:sp>
        <p:nvSpPr>
          <p:cNvPr id="116" name="Google Shape;116;p6"/>
          <p:cNvSpPr txBox="1">
            <a:spLocks noGrp="1"/>
          </p:cNvSpPr>
          <p:nvPr>
            <p:ph type="body" idx="1"/>
          </p:nvPr>
        </p:nvSpPr>
        <p:spPr>
          <a:xfrm>
            <a:off x="1541928" y="2034709"/>
            <a:ext cx="9744637" cy="395969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00000"/>
              </a:lnSpc>
              <a:spcBef>
                <a:spcPts val="0"/>
              </a:spcBef>
              <a:spcAft>
                <a:spcPts val="0"/>
              </a:spcAft>
              <a:buClr>
                <a:srgbClr val="C00000"/>
              </a:buClr>
              <a:buSzPts val="1800"/>
              <a:buChar char="•"/>
            </a:pPr>
            <a:r>
              <a:rPr lang="en-US" b="1">
                <a:solidFill>
                  <a:srgbClr val="C00000"/>
                </a:solidFill>
              </a:rPr>
              <a:t>Unduh</a:t>
            </a:r>
            <a:r>
              <a:rPr lang="en-US"/>
              <a:t> semua perangkat lunak yang diperlukan</a:t>
            </a:r>
            <a:endParaRPr/>
          </a:p>
          <a:p>
            <a:pPr marL="228600" lvl="0" indent="-228600" algn="l" rtl="0">
              <a:lnSpc>
                <a:spcPct val="100000"/>
              </a:lnSpc>
              <a:spcBef>
                <a:spcPts val="0"/>
              </a:spcBef>
              <a:spcAft>
                <a:spcPts val="0"/>
              </a:spcAft>
              <a:buClr>
                <a:srgbClr val="C00000"/>
              </a:buClr>
              <a:buSzPts val="1800"/>
              <a:buChar char="•"/>
            </a:pPr>
            <a:r>
              <a:rPr lang="en-US" b="1">
                <a:solidFill>
                  <a:srgbClr val="C00000"/>
                </a:solidFill>
              </a:rPr>
              <a:t>Siapkan direktori </a:t>
            </a:r>
            <a:r>
              <a:rPr lang="en-US"/>
              <a:t>untuk menyimpan file-file program. Untuk program web yang terdiri dari berbagai jenis file, struktur direktori biasanya sbb:</a:t>
            </a:r>
            <a:endParaRPr/>
          </a:p>
          <a:p>
            <a:pPr marL="685800" lvl="1" indent="-228600" algn="l" rtl="0">
              <a:lnSpc>
                <a:spcPct val="100000"/>
              </a:lnSpc>
              <a:spcBef>
                <a:spcPts val="0"/>
              </a:spcBef>
              <a:spcAft>
                <a:spcPts val="0"/>
              </a:spcAft>
              <a:buClr>
                <a:schemeClr val="dk1"/>
              </a:buClr>
              <a:buSzPts val="1600"/>
              <a:buChar char="•"/>
            </a:pPr>
            <a:r>
              <a:rPr lang="en-US"/>
              <a:t>Images</a:t>
            </a:r>
            <a:endParaRPr/>
          </a:p>
          <a:p>
            <a:pPr marL="685800" lvl="1" indent="-228600" algn="l" rtl="0">
              <a:lnSpc>
                <a:spcPct val="100000"/>
              </a:lnSpc>
              <a:spcBef>
                <a:spcPts val="0"/>
              </a:spcBef>
              <a:spcAft>
                <a:spcPts val="0"/>
              </a:spcAft>
              <a:buClr>
                <a:schemeClr val="dk1"/>
              </a:buClr>
              <a:buSzPts val="1600"/>
              <a:buChar char="•"/>
            </a:pPr>
            <a:r>
              <a:rPr lang="en-US"/>
              <a:t>Js</a:t>
            </a:r>
            <a:endParaRPr/>
          </a:p>
          <a:p>
            <a:pPr marL="685800" lvl="1" indent="-228600" algn="l" rtl="0">
              <a:lnSpc>
                <a:spcPct val="100000"/>
              </a:lnSpc>
              <a:spcBef>
                <a:spcPts val="0"/>
              </a:spcBef>
              <a:spcAft>
                <a:spcPts val="0"/>
              </a:spcAft>
              <a:buClr>
                <a:schemeClr val="dk1"/>
              </a:buClr>
              <a:buSzPts val="1600"/>
              <a:buChar char="•"/>
            </a:pPr>
            <a:r>
              <a:rPr lang="en-US"/>
              <a:t>Css</a:t>
            </a:r>
            <a:endParaRPr/>
          </a:p>
          <a:p>
            <a:pPr marL="174625" lvl="0" indent="0" algn="l" rtl="0">
              <a:lnSpc>
                <a:spcPct val="100000"/>
              </a:lnSpc>
              <a:spcBef>
                <a:spcPts val="0"/>
              </a:spcBef>
              <a:spcAft>
                <a:spcPts val="0"/>
              </a:spcAft>
              <a:buClr>
                <a:schemeClr val="dk1"/>
              </a:buClr>
              <a:buSzPts val="1800"/>
              <a:buNone/>
            </a:pPr>
            <a:r>
              <a:rPr lang="en-US"/>
              <a:t>Direktori images untuk menyimpan gambar-gambar yang digunakan, js untuk file-file javascript, css untuk file-file css. File html dan php disimpan diluar direktori tersebut atau di direktori akar (direktori paling atas)</a:t>
            </a:r>
            <a:endParaRPr/>
          </a:p>
          <a:p>
            <a:pPr marL="228600" lvl="0" indent="-228600" algn="l" rtl="0">
              <a:lnSpc>
                <a:spcPct val="100000"/>
              </a:lnSpc>
              <a:spcBef>
                <a:spcPts val="0"/>
              </a:spcBef>
              <a:spcAft>
                <a:spcPts val="0"/>
              </a:spcAft>
              <a:buClr>
                <a:schemeClr val="dk1"/>
              </a:buClr>
              <a:buSzPts val="1800"/>
              <a:buChar char="•"/>
            </a:pPr>
            <a:r>
              <a:rPr lang="en-US"/>
              <a:t>Setelah direktori kerja siap, jalankan Visual studio code untuk mulai </a:t>
            </a:r>
            <a:r>
              <a:rPr lang="en-US" b="1">
                <a:solidFill>
                  <a:srgbClr val="C00000"/>
                </a:solidFill>
              </a:rPr>
              <a:t>menulis kode </a:t>
            </a:r>
            <a:r>
              <a:rPr lang="en-US"/>
              <a:t>html. VS Code dapat untuk menulis kode HTML, css, javascript, dan PHP</a:t>
            </a:r>
            <a:endParaRPr/>
          </a:p>
          <a:p>
            <a:pPr marL="228600" lvl="0" indent="-228600" algn="l" rtl="0">
              <a:lnSpc>
                <a:spcPct val="100000"/>
              </a:lnSpc>
              <a:spcBef>
                <a:spcPts val="0"/>
              </a:spcBef>
              <a:spcAft>
                <a:spcPts val="0"/>
              </a:spcAft>
              <a:buClr>
                <a:srgbClr val="C00000"/>
              </a:buClr>
              <a:buSzPts val="1800"/>
              <a:buChar char="•"/>
            </a:pPr>
            <a:r>
              <a:rPr lang="en-US" b="1">
                <a:solidFill>
                  <a:srgbClr val="C00000"/>
                </a:solidFill>
              </a:rPr>
              <a:t>Jalankan file </a:t>
            </a:r>
            <a:r>
              <a:rPr lang="en-US"/>
              <a:t>html pada browser dengan cara double click file atau tulis url file pada address bar browser.</a:t>
            </a:r>
            <a:endParaRPr/>
          </a:p>
          <a:p>
            <a:pPr marL="0" lvl="0" indent="0" algn="l" rtl="0">
              <a:lnSpc>
                <a:spcPct val="100000"/>
              </a:lnSpc>
              <a:spcBef>
                <a:spcPts val="0"/>
              </a:spcBef>
              <a:spcAft>
                <a:spcPts val="0"/>
              </a:spcAft>
              <a:buClr>
                <a:schemeClr val="dk1"/>
              </a:buClr>
              <a:buSzPts val="1800"/>
              <a:buNone/>
            </a:pPr>
            <a:r>
              <a:rPr lang="en-US"/>
              <a:t>Selama perkuliahan, pertama akan membuat dokumen-dokumen HTML yang dipercantik dengan CSS. Selanjutnya mulai menggunakan javascript untuk menambah unsur interaksi. Pada saat mulai menggunakan data, PHP dan MySQL akan digunakan.</a:t>
            </a:r>
            <a:endParaRPr/>
          </a:p>
        </p:txBody>
      </p:sp>
      <p:sp>
        <p:nvSpPr>
          <p:cNvPr id="117" name="Google Shape;117;p6"/>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18" name="Google Shape;118;p6"/>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Hubungan dan Peran Bahasa-bahasa Web</a:t>
            </a:r>
            <a:endParaRPr/>
          </a:p>
        </p:txBody>
      </p:sp>
      <p:sp>
        <p:nvSpPr>
          <p:cNvPr id="124" name="Google Shape;124;p7"/>
          <p:cNvSpPr/>
          <p:nvPr/>
        </p:nvSpPr>
        <p:spPr>
          <a:xfrm>
            <a:off x="1960971" y="3431826"/>
            <a:ext cx="2131077" cy="1299967"/>
          </a:xfrm>
          <a:prstGeom prst="roundRect">
            <a:avLst>
              <a:gd name="adj" fmla="val 16667"/>
            </a:avLst>
          </a:prstGeom>
          <a:solidFill>
            <a:srgbClr val="FBE4D4"/>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HTML</a:t>
            </a:r>
            <a:endParaRPr/>
          </a:p>
          <a:p>
            <a:pPr marL="0" marR="0" lvl="0" indent="0" algn="ctr" rtl="0">
              <a:spcBef>
                <a:spcPts val="0"/>
              </a:spcBef>
              <a:spcAft>
                <a:spcPts val="0"/>
              </a:spcAft>
              <a:buNone/>
            </a:pPr>
            <a:r>
              <a:rPr lang="en-US" sz="1600" b="0" i="0" u="none" strike="noStrike" cap="none">
                <a:solidFill>
                  <a:schemeClr val="dk1"/>
                </a:solidFill>
                <a:latin typeface="Calibri"/>
                <a:ea typeface="Calibri"/>
                <a:cs typeface="Calibri"/>
                <a:sym typeface="Calibri"/>
              </a:rPr>
              <a:t>Berfungsi membuat kerangka halaman web</a:t>
            </a:r>
            <a:endParaRPr/>
          </a:p>
        </p:txBody>
      </p:sp>
      <p:sp>
        <p:nvSpPr>
          <p:cNvPr id="125" name="Google Shape;125;p7"/>
          <p:cNvSpPr/>
          <p:nvPr/>
        </p:nvSpPr>
        <p:spPr>
          <a:xfrm>
            <a:off x="5511311" y="5073072"/>
            <a:ext cx="2104008" cy="1309409"/>
          </a:xfrm>
          <a:prstGeom prst="roundRect">
            <a:avLst>
              <a:gd name="adj" fmla="val 16667"/>
            </a:avLst>
          </a:prstGeom>
          <a:solidFill>
            <a:srgbClr val="E1FBB7"/>
          </a:solidFill>
          <a:ln w="127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i="0" u="none" strike="noStrike" cap="none">
                <a:solidFill>
                  <a:srgbClr val="548135"/>
                </a:solidFill>
                <a:latin typeface="Calibri"/>
                <a:ea typeface="Calibri"/>
                <a:cs typeface="Calibri"/>
                <a:sym typeface="Calibri"/>
              </a:rPr>
              <a:t>CSS</a:t>
            </a:r>
            <a:endParaRPr/>
          </a:p>
          <a:p>
            <a:pPr marL="0" marR="0" lvl="0" indent="0" algn="ctr" rtl="0">
              <a:spcBef>
                <a:spcPts val="0"/>
              </a:spcBef>
              <a:spcAft>
                <a:spcPts val="0"/>
              </a:spcAft>
              <a:buNone/>
            </a:pPr>
            <a:r>
              <a:rPr lang="en-US" sz="1600" b="0" i="0" u="none" strike="noStrike" cap="none">
                <a:solidFill>
                  <a:schemeClr val="dk1"/>
                </a:solidFill>
                <a:latin typeface="Calibri"/>
                <a:ea typeface="Calibri"/>
                <a:cs typeface="Calibri"/>
                <a:sym typeface="Calibri"/>
              </a:rPr>
              <a:t>Fungsi: mempercantik tampilan halaman web</a:t>
            </a:r>
            <a:endParaRPr/>
          </a:p>
        </p:txBody>
      </p:sp>
      <p:sp>
        <p:nvSpPr>
          <p:cNvPr id="126" name="Google Shape;126;p7"/>
          <p:cNvSpPr/>
          <p:nvPr/>
        </p:nvSpPr>
        <p:spPr>
          <a:xfrm>
            <a:off x="5607070" y="3422384"/>
            <a:ext cx="2104008" cy="1309409"/>
          </a:xfrm>
          <a:prstGeom prst="roundRect">
            <a:avLst>
              <a:gd name="adj" fmla="val 16667"/>
            </a:avLst>
          </a:prstGeom>
          <a:solidFill>
            <a:srgbClr val="8DE0FD"/>
          </a:solidFill>
          <a:ln w="127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i="0" u="none" strike="noStrike" cap="none">
                <a:solidFill>
                  <a:schemeClr val="accent1"/>
                </a:solidFill>
                <a:latin typeface="Calibri"/>
                <a:ea typeface="Calibri"/>
                <a:cs typeface="Calibri"/>
                <a:sym typeface="Calibri"/>
              </a:rPr>
              <a:t>PHP</a:t>
            </a:r>
            <a:endParaRPr/>
          </a:p>
          <a:p>
            <a:pPr marL="0" marR="0" lvl="0" indent="0" algn="ctr" rtl="0">
              <a:spcBef>
                <a:spcPts val="0"/>
              </a:spcBef>
              <a:spcAft>
                <a:spcPts val="0"/>
              </a:spcAft>
              <a:buNone/>
            </a:pPr>
            <a:r>
              <a:rPr lang="en-US" sz="1600" b="0" i="0" u="none" strike="noStrike" cap="none">
                <a:solidFill>
                  <a:schemeClr val="dk1"/>
                </a:solidFill>
                <a:latin typeface="Calibri"/>
                <a:ea typeface="Calibri"/>
                <a:cs typeface="Calibri"/>
                <a:sym typeface="Calibri"/>
              </a:rPr>
              <a:t>Fungsi: memungkinkan penggunaan data</a:t>
            </a:r>
            <a:endParaRPr/>
          </a:p>
        </p:txBody>
      </p:sp>
      <p:sp>
        <p:nvSpPr>
          <p:cNvPr id="127" name="Google Shape;127;p7"/>
          <p:cNvSpPr/>
          <p:nvPr/>
        </p:nvSpPr>
        <p:spPr>
          <a:xfrm>
            <a:off x="9034582" y="2480761"/>
            <a:ext cx="2104008" cy="1309409"/>
          </a:xfrm>
          <a:prstGeom prst="roundRect">
            <a:avLst>
              <a:gd name="adj" fmla="val 16667"/>
            </a:avLst>
          </a:prstGeom>
          <a:solidFill>
            <a:srgbClr val="FDC7F5"/>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i="0" u="none" strike="noStrike" cap="none">
                <a:solidFill>
                  <a:srgbClr val="FF0000"/>
                </a:solidFill>
                <a:latin typeface="Calibri"/>
                <a:ea typeface="Calibri"/>
                <a:cs typeface="Calibri"/>
                <a:sym typeface="Calibri"/>
              </a:rPr>
              <a:t>MySQL</a:t>
            </a:r>
            <a:endParaRPr/>
          </a:p>
          <a:p>
            <a:pPr marL="0" marR="0" lvl="0" indent="0" algn="ctr" rtl="0">
              <a:spcBef>
                <a:spcPts val="0"/>
              </a:spcBef>
              <a:spcAft>
                <a:spcPts val="0"/>
              </a:spcAft>
              <a:buNone/>
            </a:pPr>
            <a:r>
              <a:rPr lang="en-US" sz="1600" b="0" i="0" u="none" strike="noStrike" cap="none">
                <a:solidFill>
                  <a:schemeClr val="dk1"/>
                </a:solidFill>
                <a:latin typeface="Calibri"/>
                <a:ea typeface="Calibri"/>
                <a:cs typeface="Calibri"/>
                <a:sym typeface="Calibri"/>
              </a:rPr>
              <a:t>Fungsi: meyimpan data </a:t>
            </a:r>
            <a:endParaRPr/>
          </a:p>
        </p:txBody>
      </p:sp>
      <p:sp>
        <p:nvSpPr>
          <p:cNvPr id="128" name="Google Shape;128;p7"/>
          <p:cNvSpPr/>
          <p:nvPr/>
        </p:nvSpPr>
        <p:spPr>
          <a:xfrm>
            <a:off x="5511311" y="1834117"/>
            <a:ext cx="2104008" cy="1309409"/>
          </a:xfrm>
          <a:prstGeom prst="roundRect">
            <a:avLst>
              <a:gd name="adj" fmla="val 16667"/>
            </a:avLst>
          </a:prstGeom>
          <a:solidFill>
            <a:srgbClr val="F3FC9E"/>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i="0" u="none" strike="noStrike" cap="none">
                <a:solidFill>
                  <a:srgbClr val="FF9900"/>
                </a:solidFill>
                <a:latin typeface="Calibri"/>
                <a:ea typeface="Calibri"/>
                <a:cs typeface="Calibri"/>
                <a:sym typeface="Calibri"/>
              </a:rPr>
              <a:t>Javascript</a:t>
            </a:r>
            <a:endParaRPr sz="2000" b="1" i="0" u="none" strike="noStrike" cap="none">
              <a:solidFill>
                <a:srgbClr val="FF9900"/>
              </a:solidFill>
              <a:latin typeface="Calibri"/>
              <a:ea typeface="Calibri"/>
              <a:cs typeface="Calibri"/>
              <a:sym typeface="Calibri"/>
            </a:endParaRPr>
          </a:p>
          <a:p>
            <a:pPr marL="0" marR="0" lvl="0" indent="0" algn="ctr" rtl="0">
              <a:spcBef>
                <a:spcPts val="0"/>
              </a:spcBef>
              <a:spcAft>
                <a:spcPts val="0"/>
              </a:spcAft>
              <a:buNone/>
            </a:pPr>
            <a:r>
              <a:rPr lang="en-US" sz="1600" b="0" i="0" u="none" strike="noStrike" cap="none">
                <a:solidFill>
                  <a:schemeClr val="dk1"/>
                </a:solidFill>
                <a:latin typeface="Calibri"/>
                <a:ea typeface="Calibri"/>
                <a:cs typeface="Calibri"/>
                <a:sym typeface="Calibri"/>
              </a:rPr>
              <a:t>Fungsi:</a:t>
            </a:r>
            <a:endParaRPr/>
          </a:p>
          <a:p>
            <a:pPr marL="0" marR="0" lvl="0" indent="0" algn="ctr" rtl="0">
              <a:spcBef>
                <a:spcPts val="0"/>
              </a:spcBef>
              <a:spcAft>
                <a:spcPts val="0"/>
              </a:spcAft>
              <a:buNone/>
            </a:pPr>
            <a:r>
              <a:rPr lang="en-US" sz="1600" b="0" i="0" u="none" strike="noStrike" cap="none">
                <a:solidFill>
                  <a:schemeClr val="dk1"/>
                </a:solidFill>
                <a:latin typeface="Calibri"/>
                <a:ea typeface="Calibri"/>
                <a:cs typeface="Calibri"/>
                <a:sym typeface="Calibri"/>
              </a:rPr>
              <a:t>Menjadikan web lebih interaktif </a:t>
            </a:r>
            <a:endParaRPr/>
          </a:p>
        </p:txBody>
      </p:sp>
      <p:sp>
        <p:nvSpPr>
          <p:cNvPr id="129" name="Google Shape;129;p7"/>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30" name="Google Shape;130;p7"/>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cxnSp>
        <p:nvCxnSpPr>
          <p:cNvPr id="131" name="Google Shape;131;p7"/>
          <p:cNvCxnSpPr>
            <a:stCxn id="128" idx="1"/>
            <a:endCxn id="124" idx="3"/>
          </p:cNvCxnSpPr>
          <p:nvPr/>
        </p:nvCxnSpPr>
        <p:spPr>
          <a:xfrm flipH="1">
            <a:off x="4092011" y="2488821"/>
            <a:ext cx="1419300" cy="1593000"/>
          </a:xfrm>
          <a:prstGeom prst="straightConnector1">
            <a:avLst/>
          </a:prstGeom>
          <a:noFill/>
          <a:ln w="9525" cap="flat" cmpd="sng">
            <a:solidFill>
              <a:schemeClr val="dk1"/>
            </a:solidFill>
            <a:prstDash val="solid"/>
            <a:miter lim="800000"/>
            <a:headEnd type="none" w="sm" len="sm"/>
            <a:tailEnd type="triangle" w="med" len="med"/>
          </a:ln>
        </p:spPr>
      </p:cxnSp>
      <p:cxnSp>
        <p:nvCxnSpPr>
          <p:cNvPr id="132" name="Google Shape;132;p7"/>
          <p:cNvCxnSpPr>
            <a:stCxn id="126" idx="1"/>
            <a:endCxn id="124" idx="3"/>
          </p:cNvCxnSpPr>
          <p:nvPr/>
        </p:nvCxnSpPr>
        <p:spPr>
          <a:xfrm flipH="1">
            <a:off x="4092070" y="4077089"/>
            <a:ext cx="1515000" cy="4800"/>
          </a:xfrm>
          <a:prstGeom prst="straightConnector1">
            <a:avLst/>
          </a:prstGeom>
          <a:noFill/>
          <a:ln w="9525" cap="flat" cmpd="sng">
            <a:solidFill>
              <a:schemeClr val="dk1"/>
            </a:solidFill>
            <a:prstDash val="solid"/>
            <a:miter lim="800000"/>
            <a:headEnd type="none" w="sm" len="sm"/>
            <a:tailEnd type="triangle" w="med" len="med"/>
          </a:ln>
        </p:spPr>
      </p:cxnSp>
      <p:cxnSp>
        <p:nvCxnSpPr>
          <p:cNvPr id="133" name="Google Shape;133;p7"/>
          <p:cNvCxnSpPr>
            <a:stCxn id="125" idx="1"/>
            <a:endCxn id="124" idx="3"/>
          </p:cNvCxnSpPr>
          <p:nvPr/>
        </p:nvCxnSpPr>
        <p:spPr>
          <a:xfrm rot="10800000">
            <a:off x="4092011" y="4081677"/>
            <a:ext cx="1419300" cy="1646100"/>
          </a:xfrm>
          <a:prstGeom prst="straightConnector1">
            <a:avLst/>
          </a:prstGeom>
          <a:noFill/>
          <a:ln w="9525" cap="flat" cmpd="sng">
            <a:solidFill>
              <a:schemeClr val="dk1"/>
            </a:solidFill>
            <a:prstDash val="solid"/>
            <a:miter lim="800000"/>
            <a:headEnd type="none" w="sm" len="sm"/>
            <a:tailEnd type="triangle" w="med" len="med"/>
          </a:ln>
        </p:spPr>
      </p:cxnSp>
      <p:cxnSp>
        <p:nvCxnSpPr>
          <p:cNvPr id="134" name="Google Shape;134;p7"/>
          <p:cNvCxnSpPr>
            <a:stCxn id="127" idx="1"/>
            <a:endCxn id="126" idx="3"/>
          </p:cNvCxnSpPr>
          <p:nvPr/>
        </p:nvCxnSpPr>
        <p:spPr>
          <a:xfrm flipH="1">
            <a:off x="7710982" y="3135466"/>
            <a:ext cx="1323600" cy="941700"/>
          </a:xfrm>
          <a:prstGeom prst="straightConnector1">
            <a:avLst/>
          </a:prstGeom>
          <a:noFill/>
          <a:ln w="9525" cap="flat" cmpd="sng">
            <a:solidFill>
              <a:schemeClr val="dk1"/>
            </a:solidFill>
            <a:prstDash val="solid"/>
            <a:miter lim="800000"/>
            <a:headEnd type="none" w="sm" len="sm"/>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8" descr="http://image3.mouthshut.com/images/CategoryImages/112.jpg"/>
          <p:cNvPicPr preferRelativeResize="0"/>
          <p:nvPr/>
        </p:nvPicPr>
        <p:blipFill rotWithShape="1">
          <a:blip r:embed="rId3">
            <a:alphaModFix/>
          </a:blip>
          <a:srcRect/>
          <a:stretch/>
        </p:blipFill>
        <p:spPr>
          <a:xfrm>
            <a:off x="8635999" y="1585866"/>
            <a:ext cx="2806763" cy="2105072"/>
          </a:xfrm>
          <a:prstGeom prst="rect">
            <a:avLst/>
          </a:prstGeom>
          <a:noFill/>
          <a:ln>
            <a:noFill/>
          </a:ln>
        </p:spPr>
      </p:pic>
      <p:sp>
        <p:nvSpPr>
          <p:cNvPr id="140" name="Google Shape;140;p8"/>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Teknologi Web</a:t>
            </a:r>
            <a:endParaRPr/>
          </a:p>
        </p:txBody>
      </p:sp>
      <p:sp>
        <p:nvSpPr>
          <p:cNvPr id="141" name="Google Shape;141;p8"/>
          <p:cNvSpPr txBox="1">
            <a:spLocks noGrp="1"/>
          </p:cNvSpPr>
          <p:nvPr>
            <p:ph type="body" idx="1"/>
          </p:nvPr>
        </p:nvSpPr>
        <p:spPr>
          <a:xfrm>
            <a:off x="1541929" y="2034709"/>
            <a:ext cx="6571558" cy="4322548"/>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400"/>
              <a:buChar char="•"/>
            </a:pPr>
            <a:r>
              <a:rPr lang="en-US" sz="2400" b="1"/>
              <a:t>Internet</a:t>
            </a:r>
            <a:endParaRPr/>
          </a:p>
          <a:p>
            <a:pPr marL="174625" lvl="0" indent="0" algn="l" rtl="0">
              <a:lnSpc>
                <a:spcPct val="100000"/>
              </a:lnSpc>
              <a:spcBef>
                <a:spcPts val="0"/>
              </a:spcBef>
              <a:spcAft>
                <a:spcPts val="0"/>
              </a:spcAft>
              <a:buClr>
                <a:srgbClr val="C00000"/>
              </a:buClr>
              <a:buSzPts val="1800"/>
              <a:buNone/>
            </a:pPr>
            <a:r>
              <a:rPr lang="en-US" b="1">
                <a:solidFill>
                  <a:srgbClr val="C00000"/>
                </a:solidFill>
              </a:rPr>
              <a:t>Sistem global </a:t>
            </a:r>
            <a:r>
              <a:rPr lang="en-US"/>
              <a:t>yang tersusun dari berbagai jaringan komputer yang saling berhubungan  menggunakan protokol standar </a:t>
            </a:r>
            <a:r>
              <a:rPr lang="en-US" b="1" i="1">
                <a:solidFill>
                  <a:srgbClr val="C00000"/>
                </a:solidFill>
              </a:rPr>
              <a:t>Internet Protocol Suite (TCP/IP)</a:t>
            </a:r>
            <a:r>
              <a:rPr lang="en-US"/>
              <a:t> yang menghubungkan miliaran perangkat komputer di seluruh dunia. Internet memberikan berbagai pilihan sumber daya informasi dan layanan, seperti </a:t>
            </a:r>
            <a:r>
              <a:rPr lang="en-US" b="1">
                <a:solidFill>
                  <a:srgbClr val="C00000"/>
                </a:solidFill>
              </a:rPr>
              <a:t>web</a:t>
            </a:r>
            <a:r>
              <a:rPr lang="en-US"/>
              <a:t>, dan </a:t>
            </a:r>
            <a:r>
              <a:rPr lang="en-US" b="1">
                <a:solidFill>
                  <a:srgbClr val="C00000"/>
                </a:solidFill>
              </a:rPr>
              <a:t>email</a:t>
            </a:r>
            <a:r>
              <a:rPr lang="en-US"/>
              <a:t>.</a:t>
            </a:r>
            <a:endParaRPr/>
          </a:p>
          <a:p>
            <a:pPr marL="261938" lvl="0" indent="-241300" algn="l" rtl="0">
              <a:lnSpc>
                <a:spcPct val="100000"/>
              </a:lnSpc>
              <a:spcBef>
                <a:spcPts val="0"/>
              </a:spcBef>
              <a:spcAft>
                <a:spcPts val="0"/>
              </a:spcAft>
              <a:buClr>
                <a:schemeClr val="dk1"/>
              </a:buClr>
              <a:buSzPts val="2400"/>
              <a:buChar char="•"/>
            </a:pPr>
            <a:r>
              <a:rPr lang="en-US" sz="2400" b="1"/>
              <a:t>Web</a:t>
            </a:r>
            <a:endParaRPr/>
          </a:p>
          <a:p>
            <a:pPr marL="174625" lvl="0" indent="0" algn="l" rtl="0">
              <a:lnSpc>
                <a:spcPct val="100000"/>
              </a:lnSpc>
              <a:spcBef>
                <a:spcPts val="0"/>
              </a:spcBef>
              <a:spcAft>
                <a:spcPts val="0"/>
              </a:spcAft>
              <a:buClr>
                <a:schemeClr val="dk1"/>
              </a:buClr>
              <a:buSzPts val="1800"/>
              <a:buNone/>
            </a:pPr>
            <a:r>
              <a:rPr lang="en-US"/>
              <a:t>Salah satu layanan Internet. Web adalah kumpulan global dari dokumen, gambar dan sumber daya lainnya, yang saling terkait oleh </a:t>
            </a:r>
            <a:r>
              <a:rPr lang="en-US" b="1" i="1">
                <a:solidFill>
                  <a:srgbClr val="C00000"/>
                </a:solidFill>
              </a:rPr>
              <a:t>hyperlink</a:t>
            </a:r>
            <a:r>
              <a:rPr lang="en-US"/>
              <a:t> dan direferensikan dengan </a:t>
            </a:r>
            <a:r>
              <a:rPr lang="en-US" b="1" i="1">
                <a:solidFill>
                  <a:srgbClr val="C00000"/>
                </a:solidFill>
              </a:rPr>
              <a:t>Uniform Resource Identifier (URI)</a:t>
            </a:r>
            <a:r>
              <a:rPr lang="en-US" b="1">
                <a:solidFill>
                  <a:srgbClr val="C00000"/>
                </a:solidFill>
              </a:rPr>
              <a:t>. </a:t>
            </a:r>
            <a:r>
              <a:rPr lang="en-US" b="1" i="1">
                <a:solidFill>
                  <a:srgbClr val="C00000"/>
                </a:solidFill>
              </a:rPr>
              <a:t>Hypertext Transfer Protocol (HTTP)</a:t>
            </a:r>
            <a:r>
              <a:rPr lang="en-US"/>
              <a:t> adalah protokol akses utama dari Web yang membuat sistem perangkat lunak dapat saling berkomunikasi untuk berbagi dan bertukar data.</a:t>
            </a:r>
            <a:endParaRPr/>
          </a:p>
          <a:p>
            <a:pPr marL="174625" lvl="0" indent="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p:txBody>
      </p:sp>
      <p:sp>
        <p:nvSpPr>
          <p:cNvPr id="142" name="Google Shape;142;p8"/>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43" name="Google Shape;143;p8"/>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pic>
        <p:nvPicPr>
          <p:cNvPr id="144" name="Google Shape;144;p8" descr="http://www.isglobal.org/documents/10179/53467/web2.0.png/2766303b-87c1-4218-ba6f-56b2f418496e?t=1359719503937&amp;imagePreview=1&amp;imageThumbnail=3"/>
          <p:cNvPicPr preferRelativeResize="0"/>
          <p:nvPr/>
        </p:nvPicPr>
        <p:blipFill rotWithShape="1">
          <a:blip r:embed="rId4">
            <a:alphaModFix/>
          </a:blip>
          <a:srcRect/>
          <a:stretch/>
        </p:blipFill>
        <p:spPr>
          <a:xfrm>
            <a:off x="8267704" y="3995272"/>
            <a:ext cx="3924296" cy="184672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9" descr="http://image3.mouthshut.com/images/CategoryImages/112.jpg"/>
          <p:cNvPicPr preferRelativeResize="0"/>
          <p:nvPr/>
        </p:nvPicPr>
        <p:blipFill rotWithShape="1">
          <a:blip r:embed="rId3">
            <a:alphaModFix/>
          </a:blip>
          <a:srcRect/>
          <a:stretch/>
        </p:blipFill>
        <p:spPr>
          <a:xfrm>
            <a:off x="8635999" y="1585866"/>
            <a:ext cx="2806763" cy="2105072"/>
          </a:xfrm>
          <a:prstGeom prst="rect">
            <a:avLst/>
          </a:prstGeom>
          <a:noFill/>
          <a:ln>
            <a:noFill/>
          </a:ln>
        </p:spPr>
      </p:pic>
      <p:sp>
        <p:nvSpPr>
          <p:cNvPr id="150" name="Google Shape;150;p9"/>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Teknologi Web</a:t>
            </a:r>
            <a:endParaRPr/>
          </a:p>
        </p:txBody>
      </p:sp>
      <p:sp>
        <p:nvSpPr>
          <p:cNvPr id="151" name="Google Shape;151;p9"/>
          <p:cNvSpPr txBox="1">
            <a:spLocks noGrp="1"/>
          </p:cNvSpPr>
          <p:nvPr>
            <p:ph type="body" idx="1"/>
          </p:nvPr>
        </p:nvSpPr>
        <p:spPr>
          <a:xfrm>
            <a:off x="1541929" y="2034709"/>
            <a:ext cx="6571558" cy="4322548"/>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400"/>
              <a:buChar char="•"/>
            </a:pPr>
            <a:r>
              <a:rPr lang="en-US" sz="2400" b="1"/>
              <a:t>TCP/IP</a:t>
            </a:r>
            <a:endParaRPr/>
          </a:p>
          <a:p>
            <a:pPr marL="174625" lvl="0" indent="0" algn="l" rtl="0">
              <a:lnSpc>
                <a:spcPct val="100000"/>
              </a:lnSpc>
              <a:spcBef>
                <a:spcPts val="0"/>
              </a:spcBef>
              <a:spcAft>
                <a:spcPts val="0"/>
              </a:spcAft>
              <a:buClr>
                <a:schemeClr val="dk1"/>
              </a:buClr>
              <a:buSzPts val="1800"/>
              <a:buNone/>
            </a:pPr>
            <a:r>
              <a:rPr lang="en-US"/>
              <a:t>TCP/IP memiliki kepanjangan </a:t>
            </a:r>
            <a:r>
              <a:rPr lang="en-US" b="1">
                <a:solidFill>
                  <a:srgbClr val="C00000"/>
                </a:solidFill>
              </a:rPr>
              <a:t>Transmission Control Protocol/Internet Protocol</a:t>
            </a:r>
            <a:r>
              <a:rPr lang="en-US"/>
              <a:t>. Ada dua jenis protokol yang digunakan  yaitu protokol TCP dan protokol IP. TCP/IP adalah suatu standar komunikasi yang digunakan untuk bertukar data antar komputer  yang tergabung melalui jaringan internet</a:t>
            </a:r>
            <a:endParaRPr/>
          </a:p>
          <a:p>
            <a:pPr marL="261938" lvl="0" indent="-261938" algn="l" rtl="0">
              <a:lnSpc>
                <a:spcPct val="100000"/>
              </a:lnSpc>
              <a:spcBef>
                <a:spcPts val="0"/>
              </a:spcBef>
              <a:spcAft>
                <a:spcPts val="0"/>
              </a:spcAft>
              <a:buClr>
                <a:schemeClr val="dk1"/>
              </a:buClr>
              <a:buSzPts val="2400"/>
              <a:buChar char="•"/>
            </a:pPr>
            <a:r>
              <a:rPr lang="en-US" sz="2400" b="1"/>
              <a:t>HTTP</a:t>
            </a:r>
            <a:endParaRPr/>
          </a:p>
          <a:p>
            <a:pPr marL="174625" lvl="0" indent="0" algn="l" rtl="0">
              <a:lnSpc>
                <a:spcPct val="100000"/>
              </a:lnSpc>
              <a:spcBef>
                <a:spcPts val="0"/>
              </a:spcBef>
              <a:spcAft>
                <a:spcPts val="0"/>
              </a:spcAft>
              <a:buClr>
                <a:schemeClr val="dk1"/>
              </a:buClr>
              <a:buSzPts val="1800"/>
              <a:buNone/>
            </a:pPr>
            <a:r>
              <a:rPr lang="en-US"/>
              <a:t>HTTP atau </a:t>
            </a:r>
            <a:r>
              <a:rPr lang="en-US" b="1">
                <a:solidFill>
                  <a:srgbClr val="C00000"/>
                </a:solidFill>
              </a:rPr>
              <a:t>Hypertext Transfer Protocol </a:t>
            </a:r>
            <a:r>
              <a:rPr lang="en-US"/>
              <a:t>merupakan sebuah protokol untuk komunikasi data di web. Protokol ini akan  mengirimkan data antara browser dan web server dalam rangka  menampilkan halaman website.</a:t>
            </a:r>
            <a:endParaRPr/>
          </a:p>
        </p:txBody>
      </p:sp>
      <p:sp>
        <p:nvSpPr>
          <p:cNvPr id="152" name="Google Shape;152;p9"/>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53" name="Google Shape;153;p9"/>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pic>
        <p:nvPicPr>
          <p:cNvPr id="154" name="Google Shape;154;p9" descr="http://www.isglobal.org/documents/10179/53467/web2.0.png/2766303b-87c1-4218-ba6f-56b2f418496e?t=1359719503937&amp;imagePreview=1&amp;imageThumbnail=3"/>
          <p:cNvPicPr preferRelativeResize="0"/>
          <p:nvPr/>
        </p:nvPicPr>
        <p:blipFill rotWithShape="1">
          <a:blip r:embed="rId4">
            <a:alphaModFix/>
          </a:blip>
          <a:srcRect/>
          <a:stretch/>
        </p:blipFill>
        <p:spPr>
          <a:xfrm>
            <a:off x="8267704" y="3995272"/>
            <a:ext cx="3924296" cy="18467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10" descr="http://image3.mouthshut.com/images/CategoryImages/112.jpg"/>
          <p:cNvPicPr preferRelativeResize="0"/>
          <p:nvPr/>
        </p:nvPicPr>
        <p:blipFill rotWithShape="1">
          <a:blip r:embed="rId3">
            <a:alphaModFix/>
          </a:blip>
          <a:srcRect/>
          <a:stretch/>
        </p:blipFill>
        <p:spPr>
          <a:xfrm>
            <a:off x="8635999" y="1585866"/>
            <a:ext cx="2806763" cy="2105072"/>
          </a:xfrm>
          <a:prstGeom prst="rect">
            <a:avLst/>
          </a:prstGeom>
          <a:noFill/>
          <a:ln>
            <a:noFill/>
          </a:ln>
        </p:spPr>
      </p:pic>
      <p:sp>
        <p:nvSpPr>
          <p:cNvPr id="160" name="Google Shape;160;p10"/>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Teknologi Web</a:t>
            </a:r>
            <a:endParaRPr/>
          </a:p>
        </p:txBody>
      </p:sp>
      <p:sp>
        <p:nvSpPr>
          <p:cNvPr id="161" name="Google Shape;161;p10"/>
          <p:cNvSpPr txBox="1">
            <a:spLocks noGrp="1"/>
          </p:cNvSpPr>
          <p:nvPr>
            <p:ph type="body" idx="1"/>
          </p:nvPr>
        </p:nvSpPr>
        <p:spPr>
          <a:xfrm>
            <a:off x="1541929" y="2034709"/>
            <a:ext cx="6571558" cy="4322548"/>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400"/>
              <a:buChar char="•"/>
            </a:pPr>
            <a:r>
              <a:rPr lang="en-US" sz="2400" b="1"/>
              <a:t>URL</a:t>
            </a:r>
            <a:endParaRPr/>
          </a:p>
          <a:p>
            <a:pPr marL="174625" lvl="0" indent="0" algn="l" rtl="0">
              <a:lnSpc>
                <a:spcPct val="100000"/>
              </a:lnSpc>
              <a:spcBef>
                <a:spcPts val="0"/>
              </a:spcBef>
              <a:spcAft>
                <a:spcPts val="0"/>
              </a:spcAft>
              <a:buClr>
                <a:schemeClr val="dk1"/>
              </a:buClr>
              <a:buSzPts val="1800"/>
              <a:buNone/>
            </a:pPr>
            <a:r>
              <a:rPr lang="en-US"/>
              <a:t>URL  atau </a:t>
            </a:r>
            <a:r>
              <a:rPr lang="en-US" b="1">
                <a:solidFill>
                  <a:srgbClr val="C00000"/>
                </a:solidFill>
              </a:rPr>
              <a:t>Uniform Resource Locator </a:t>
            </a:r>
            <a:r>
              <a:rPr lang="en-US"/>
              <a:t>adalah rangkaian karakter dengan format standar tertentu, yang digunakan sebagai penunjuk alamat dari sebuah sumber daya di internet, baik itu dokumen, file gambar, teks, dan lainnya. Contoh url: </a:t>
            </a:r>
            <a:r>
              <a:rPr lang="en-US" u="sng">
                <a:solidFill>
                  <a:schemeClr val="hlink"/>
                </a:solidFill>
                <a:hlinkClick r:id="rId4"/>
              </a:rPr>
              <a:t>http://www.dinus.ac.id/index.php</a:t>
            </a:r>
            <a:endParaRPr/>
          </a:p>
          <a:p>
            <a:pPr marL="261938" lvl="0" indent="-241300" algn="l" rtl="0">
              <a:lnSpc>
                <a:spcPct val="100000"/>
              </a:lnSpc>
              <a:spcBef>
                <a:spcPts val="0"/>
              </a:spcBef>
              <a:spcAft>
                <a:spcPts val="0"/>
              </a:spcAft>
              <a:buClr>
                <a:schemeClr val="dk1"/>
              </a:buClr>
              <a:buSzPts val="2400"/>
              <a:buChar char="•"/>
            </a:pPr>
            <a:r>
              <a:rPr lang="en-US" sz="2400" b="1"/>
              <a:t>Server web</a:t>
            </a:r>
            <a:endParaRPr/>
          </a:p>
          <a:p>
            <a:pPr marL="174625" lvl="0" indent="0" algn="l" rtl="0">
              <a:lnSpc>
                <a:spcPct val="100000"/>
              </a:lnSpc>
              <a:spcBef>
                <a:spcPts val="0"/>
              </a:spcBef>
              <a:spcAft>
                <a:spcPts val="0"/>
              </a:spcAft>
              <a:buClr>
                <a:schemeClr val="dk1"/>
              </a:buClr>
              <a:buSzPts val="1800"/>
              <a:buNone/>
            </a:pPr>
            <a:r>
              <a:rPr lang="en-US"/>
              <a:t>Sebuah perangkat lunak yang memberikan layanan berbasis data dan berfungsi menerima permintaan http dari browser. Contoh: Apache</a:t>
            </a:r>
            <a:endParaRPr/>
          </a:p>
          <a:p>
            <a:pPr marL="261938" lvl="0" indent="-261938" algn="l" rtl="0">
              <a:lnSpc>
                <a:spcPct val="100000"/>
              </a:lnSpc>
              <a:spcBef>
                <a:spcPts val="0"/>
              </a:spcBef>
              <a:spcAft>
                <a:spcPts val="0"/>
              </a:spcAft>
              <a:buClr>
                <a:schemeClr val="dk1"/>
              </a:buClr>
              <a:buSzPts val="2400"/>
              <a:buChar char="•"/>
            </a:pPr>
            <a:r>
              <a:rPr lang="en-US" sz="2400" b="1"/>
              <a:t>Browser</a:t>
            </a:r>
            <a:endParaRPr/>
          </a:p>
          <a:p>
            <a:pPr marL="174625" lvl="0" indent="0" algn="l" rtl="0">
              <a:lnSpc>
                <a:spcPct val="100000"/>
              </a:lnSpc>
              <a:spcBef>
                <a:spcPts val="0"/>
              </a:spcBef>
              <a:spcAft>
                <a:spcPts val="0"/>
              </a:spcAft>
              <a:buClr>
                <a:schemeClr val="dk1"/>
              </a:buClr>
              <a:buSzPts val="1800"/>
              <a:buNone/>
            </a:pPr>
            <a:r>
              <a:rPr lang="en-US"/>
              <a:t>Perangkat lunak yang dijalankan pada perangkat komputer untuk melihat konten yang ada pada web dengan memanfaatkan jaringan internet. Contoh: Google Chrome</a:t>
            </a:r>
            <a:endParaRPr/>
          </a:p>
          <a:p>
            <a:pPr marL="174625" lvl="0" indent="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p:txBody>
      </p:sp>
      <p:sp>
        <p:nvSpPr>
          <p:cNvPr id="162" name="Google Shape;162;p10"/>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63" name="Google Shape;163;p10"/>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pic>
        <p:nvPicPr>
          <p:cNvPr id="164" name="Google Shape;164;p10" descr="http://www.isglobal.org/documents/10179/53467/web2.0.png/2766303b-87c1-4218-ba6f-56b2f418496e?t=1359719503937&amp;imagePreview=1&amp;imageThumbnail=3"/>
          <p:cNvPicPr preferRelativeResize="0"/>
          <p:nvPr/>
        </p:nvPicPr>
        <p:blipFill rotWithShape="1">
          <a:blip r:embed="rId5">
            <a:alphaModFix/>
          </a:blip>
          <a:srcRect/>
          <a:stretch/>
        </p:blipFill>
        <p:spPr>
          <a:xfrm>
            <a:off x="8267704" y="3995272"/>
            <a:ext cx="3924296" cy="184672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11" descr="http://image3.mouthshut.com/images/CategoryImages/112.jpg"/>
          <p:cNvPicPr preferRelativeResize="0"/>
          <p:nvPr/>
        </p:nvPicPr>
        <p:blipFill rotWithShape="1">
          <a:blip r:embed="rId3">
            <a:alphaModFix/>
          </a:blip>
          <a:srcRect/>
          <a:stretch/>
        </p:blipFill>
        <p:spPr>
          <a:xfrm>
            <a:off x="8635999" y="1585866"/>
            <a:ext cx="2806763" cy="2105072"/>
          </a:xfrm>
          <a:prstGeom prst="rect">
            <a:avLst/>
          </a:prstGeom>
          <a:noFill/>
          <a:ln>
            <a:noFill/>
          </a:ln>
        </p:spPr>
      </p:pic>
      <p:sp>
        <p:nvSpPr>
          <p:cNvPr id="170" name="Google Shape;170;p11"/>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Teknologi Web</a:t>
            </a:r>
            <a:endParaRPr/>
          </a:p>
        </p:txBody>
      </p:sp>
      <p:sp>
        <p:nvSpPr>
          <p:cNvPr id="171" name="Google Shape;171;p11"/>
          <p:cNvSpPr txBox="1">
            <a:spLocks noGrp="1"/>
          </p:cNvSpPr>
          <p:nvPr>
            <p:ph type="body" idx="1"/>
          </p:nvPr>
        </p:nvSpPr>
        <p:spPr>
          <a:xfrm>
            <a:off x="1541929" y="2034709"/>
            <a:ext cx="6571558" cy="432254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00000"/>
              </a:lnSpc>
              <a:spcBef>
                <a:spcPts val="0"/>
              </a:spcBef>
              <a:spcAft>
                <a:spcPts val="0"/>
              </a:spcAft>
              <a:buClr>
                <a:schemeClr val="dk1"/>
              </a:buClr>
              <a:buSzPts val="2400"/>
              <a:buChar char="•"/>
            </a:pPr>
            <a:r>
              <a:rPr lang="en-US" sz="2400" b="1"/>
              <a:t>Alamat IP</a:t>
            </a:r>
            <a:endParaRPr/>
          </a:p>
          <a:p>
            <a:pPr marL="174625" lvl="0" indent="0" algn="l" rtl="0">
              <a:lnSpc>
                <a:spcPct val="100000"/>
              </a:lnSpc>
              <a:spcBef>
                <a:spcPts val="0"/>
              </a:spcBef>
              <a:spcAft>
                <a:spcPts val="0"/>
              </a:spcAft>
              <a:buClr>
                <a:schemeClr val="dk1"/>
              </a:buClr>
              <a:buSzPts val="1800"/>
              <a:buNone/>
            </a:pPr>
            <a:r>
              <a:rPr lang="en-US"/>
              <a:t>label numerik yang ditetapkan untuk setiap perangkat yang terhubung ke jaringan computer yang menggunakan Protokol Internet untuk komunikasi. Contoh: 103.246.107.255</a:t>
            </a:r>
            <a:endParaRPr sz="2400" b="1"/>
          </a:p>
          <a:p>
            <a:pPr marL="228600" lvl="0" indent="-228600" algn="l" rtl="0">
              <a:lnSpc>
                <a:spcPct val="100000"/>
              </a:lnSpc>
              <a:spcBef>
                <a:spcPts val="0"/>
              </a:spcBef>
              <a:spcAft>
                <a:spcPts val="0"/>
              </a:spcAft>
              <a:buClr>
                <a:schemeClr val="dk1"/>
              </a:buClr>
              <a:buSzPts val="2400"/>
              <a:buChar char="•"/>
            </a:pPr>
            <a:r>
              <a:rPr lang="en-US" sz="2400" b="1"/>
              <a:t>Domain Name</a:t>
            </a:r>
            <a:endParaRPr/>
          </a:p>
          <a:p>
            <a:pPr marL="174625" lvl="0" indent="0" algn="l" rtl="0">
              <a:lnSpc>
                <a:spcPct val="100000"/>
              </a:lnSpc>
              <a:spcBef>
                <a:spcPts val="0"/>
              </a:spcBef>
              <a:spcAft>
                <a:spcPts val="0"/>
              </a:spcAft>
              <a:buClr>
                <a:schemeClr val="dk1"/>
              </a:buClr>
              <a:buSzPts val="1800"/>
              <a:buNone/>
            </a:pPr>
            <a:r>
              <a:rPr lang="en-US"/>
              <a:t>nama unik yang diberikan untuk </a:t>
            </a:r>
            <a:r>
              <a:rPr lang="en-US" b="1">
                <a:solidFill>
                  <a:srgbClr val="C00000"/>
                </a:solidFill>
              </a:rPr>
              <a:t>mengidentifikasi</a:t>
            </a:r>
            <a:r>
              <a:rPr lang="en-US"/>
              <a:t> nama server komputer seperti server web di jaringan computer atau internet. Nama domain berfungsi untuk mempermudah pengguna di internet pada saat melakukan akses ke server, karena mudah diingat daripada deretan angka yang rumit alamat IP</a:t>
            </a:r>
            <a:endParaRPr sz="2400" b="1"/>
          </a:p>
          <a:p>
            <a:pPr marL="228600" lvl="0" indent="-228600" algn="l" rtl="0">
              <a:lnSpc>
                <a:spcPct val="100000"/>
              </a:lnSpc>
              <a:spcBef>
                <a:spcPts val="0"/>
              </a:spcBef>
              <a:spcAft>
                <a:spcPts val="0"/>
              </a:spcAft>
              <a:buClr>
                <a:schemeClr val="dk1"/>
              </a:buClr>
              <a:buSzPts val="2400"/>
              <a:buChar char="•"/>
            </a:pPr>
            <a:r>
              <a:rPr lang="en-US" sz="2400" b="1"/>
              <a:t>Situs web</a:t>
            </a:r>
            <a:endParaRPr/>
          </a:p>
          <a:p>
            <a:pPr marL="174625" lvl="0" indent="0" algn="l" rtl="0">
              <a:lnSpc>
                <a:spcPct val="100000"/>
              </a:lnSpc>
              <a:spcBef>
                <a:spcPts val="0"/>
              </a:spcBef>
              <a:spcAft>
                <a:spcPts val="0"/>
              </a:spcAft>
              <a:buClr>
                <a:schemeClr val="dk1"/>
              </a:buClr>
              <a:buSzPts val="1800"/>
              <a:buNone/>
            </a:pPr>
            <a:r>
              <a:rPr lang="en-US"/>
              <a:t>Kumpulan halaman web pada suatu domain (mis: </a:t>
            </a:r>
            <a:r>
              <a:rPr lang="en-US" u="sng">
                <a:solidFill>
                  <a:schemeClr val="hlink"/>
                </a:solidFill>
                <a:hlinkClick r:id="rId4"/>
              </a:rPr>
              <a:t>www.dinus.ac.id</a:t>
            </a:r>
            <a:r>
              <a:rPr lang="en-US"/>
              <a:t>) di internet yang dibuat dengan tujuan tertentu dan saling berhubungan serta dapat diakses secara luas melalui halaman depan (home page) menggunakan sebuah browser menggunakan URL website.</a:t>
            </a:r>
            <a:endParaRPr/>
          </a:p>
          <a:p>
            <a:pPr marL="174625" lvl="0" indent="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p:txBody>
      </p:sp>
      <p:sp>
        <p:nvSpPr>
          <p:cNvPr id="172" name="Google Shape;172;p11"/>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73" name="Google Shape;173;p11"/>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pic>
        <p:nvPicPr>
          <p:cNvPr id="174" name="Google Shape;174;p11" descr="http://www.isglobal.org/documents/10179/53467/web2.0.png/2766303b-87c1-4218-ba6f-56b2f418496e?t=1359719503937&amp;imagePreview=1&amp;imageThumbnail=3"/>
          <p:cNvPicPr preferRelativeResize="0"/>
          <p:nvPr/>
        </p:nvPicPr>
        <p:blipFill rotWithShape="1">
          <a:blip r:embed="rId5">
            <a:alphaModFix/>
          </a:blip>
          <a:srcRect/>
          <a:stretch/>
        </p:blipFill>
        <p:spPr>
          <a:xfrm>
            <a:off x="8267704" y="3995272"/>
            <a:ext cx="3924296" cy="184672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12" descr="http://image3.mouthshut.com/images/CategoryImages/112.jpg"/>
          <p:cNvPicPr preferRelativeResize="0"/>
          <p:nvPr/>
        </p:nvPicPr>
        <p:blipFill rotWithShape="1">
          <a:blip r:embed="rId3">
            <a:alphaModFix/>
          </a:blip>
          <a:srcRect/>
          <a:stretch/>
        </p:blipFill>
        <p:spPr>
          <a:xfrm>
            <a:off x="8635999" y="1585866"/>
            <a:ext cx="2806763" cy="2105072"/>
          </a:xfrm>
          <a:prstGeom prst="rect">
            <a:avLst/>
          </a:prstGeom>
          <a:noFill/>
          <a:ln>
            <a:noFill/>
          </a:ln>
        </p:spPr>
      </p:pic>
      <p:sp>
        <p:nvSpPr>
          <p:cNvPr id="180" name="Google Shape;180;p12"/>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Teknologi Web</a:t>
            </a:r>
            <a:endParaRPr/>
          </a:p>
        </p:txBody>
      </p:sp>
      <p:sp>
        <p:nvSpPr>
          <p:cNvPr id="181" name="Google Shape;181;p12"/>
          <p:cNvSpPr txBox="1">
            <a:spLocks noGrp="1"/>
          </p:cNvSpPr>
          <p:nvPr>
            <p:ph type="body" idx="1"/>
          </p:nvPr>
        </p:nvSpPr>
        <p:spPr>
          <a:xfrm>
            <a:off x="1541929" y="2034709"/>
            <a:ext cx="6571558" cy="4322548"/>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400"/>
              <a:buChar char="•"/>
            </a:pPr>
            <a:r>
              <a:rPr lang="en-US" sz="2400" b="1"/>
              <a:t>Halaman web</a:t>
            </a:r>
            <a:endParaRPr/>
          </a:p>
          <a:p>
            <a:pPr marL="174625" lvl="0" indent="0" algn="l" rtl="0">
              <a:lnSpc>
                <a:spcPct val="100000"/>
              </a:lnSpc>
              <a:spcBef>
                <a:spcPts val="0"/>
              </a:spcBef>
              <a:spcAft>
                <a:spcPts val="0"/>
              </a:spcAft>
              <a:buClr>
                <a:schemeClr val="dk1"/>
              </a:buClr>
              <a:buSzPts val="1800"/>
              <a:buNone/>
            </a:pPr>
            <a:r>
              <a:rPr lang="en-US"/>
              <a:t>kumpulan informasi spesifik yang disediakan oleh sebuah situs web dan ditampilkan ke pengguna dalam browser web. Halaman web dapat dibuat dengan HTML, CSS, Javascript, atau PHP.</a:t>
            </a:r>
            <a:endParaRPr/>
          </a:p>
          <a:p>
            <a:pPr marL="285750" lvl="0" indent="-285750" algn="l" rtl="0">
              <a:lnSpc>
                <a:spcPct val="100000"/>
              </a:lnSpc>
              <a:spcBef>
                <a:spcPts val="0"/>
              </a:spcBef>
              <a:spcAft>
                <a:spcPts val="0"/>
              </a:spcAft>
              <a:buClr>
                <a:schemeClr val="dk1"/>
              </a:buClr>
              <a:buSzPts val="2400"/>
              <a:buChar char="•"/>
            </a:pPr>
            <a:r>
              <a:rPr lang="en-US" sz="2400" b="1"/>
              <a:t>Homepage</a:t>
            </a:r>
            <a:endParaRPr/>
          </a:p>
          <a:p>
            <a:pPr marL="174625" lvl="0" indent="0" algn="l" rtl="0">
              <a:lnSpc>
                <a:spcPct val="100000"/>
              </a:lnSpc>
              <a:spcBef>
                <a:spcPts val="0"/>
              </a:spcBef>
              <a:spcAft>
                <a:spcPts val="0"/>
              </a:spcAft>
              <a:buClr>
                <a:schemeClr val="dk1"/>
              </a:buClr>
              <a:buSzPts val="1800"/>
              <a:buNone/>
            </a:pPr>
            <a:r>
              <a:rPr lang="en-US"/>
              <a:t>halaman utama, halaman pertama, halaman pembuka dari suatu situs web. Hompage merupakan halaman yang paling penting pada suatu website karena merupakan halaman utama dan halaman yang diindex terlebih dahulu oleh search engine sebelum halaman-halaman yang lain pada suatu website</a:t>
            </a:r>
            <a:endParaRPr/>
          </a:p>
          <a:p>
            <a:pPr marL="174625" lvl="0" indent="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p:txBody>
      </p:sp>
      <p:sp>
        <p:nvSpPr>
          <p:cNvPr id="182" name="Google Shape;182;p12"/>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83" name="Google Shape;183;p12"/>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pic>
        <p:nvPicPr>
          <p:cNvPr id="184" name="Google Shape;184;p12" descr="http://www.isglobal.org/documents/10179/53467/web2.0.png/2766303b-87c1-4218-ba6f-56b2f418496e?t=1359719503937&amp;imagePreview=1&amp;imageThumbnail=3"/>
          <p:cNvPicPr preferRelativeResize="0"/>
          <p:nvPr/>
        </p:nvPicPr>
        <p:blipFill rotWithShape="1">
          <a:blip r:embed="rId4">
            <a:alphaModFix/>
          </a:blip>
          <a:srcRect/>
          <a:stretch/>
        </p:blipFill>
        <p:spPr>
          <a:xfrm>
            <a:off x="8267704" y="3995272"/>
            <a:ext cx="3924296" cy="184672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13" descr="http://image3.mouthshut.com/images/CategoryImages/112.jpg"/>
          <p:cNvPicPr preferRelativeResize="0"/>
          <p:nvPr/>
        </p:nvPicPr>
        <p:blipFill rotWithShape="1">
          <a:blip r:embed="rId3">
            <a:alphaModFix/>
          </a:blip>
          <a:srcRect/>
          <a:stretch/>
        </p:blipFill>
        <p:spPr>
          <a:xfrm>
            <a:off x="8635999" y="1585866"/>
            <a:ext cx="2806763" cy="2105072"/>
          </a:xfrm>
          <a:prstGeom prst="rect">
            <a:avLst/>
          </a:prstGeom>
          <a:noFill/>
          <a:ln>
            <a:noFill/>
          </a:ln>
        </p:spPr>
      </p:pic>
      <p:sp>
        <p:nvSpPr>
          <p:cNvPr id="190" name="Google Shape;190;p13"/>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Teknologi Web</a:t>
            </a:r>
            <a:endParaRPr/>
          </a:p>
        </p:txBody>
      </p:sp>
      <p:sp>
        <p:nvSpPr>
          <p:cNvPr id="191" name="Google Shape;191;p13"/>
          <p:cNvSpPr txBox="1">
            <a:spLocks noGrp="1"/>
          </p:cNvSpPr>
          <p:nvPr>
            <p:ph type="body" idx="1"/>
          </p:nvPr>
        </p:nvSpPr>
        <p:spPr>
          <a:xfrm>
            <a:off x="1541929" y="2034709"/>
            <a:ext cx="6571558" cy="4322548"/>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chemeClr val="dk1"/>
              </a:buClr>
              <a:buSzPts val="2400"/>
              <a:buChar char="•"/>
            </a:pPr>
            <a:r>
              <a:rPr lang="en-US" sz="2400" b="1"/>
              <a:t>HTML</a:t>
            </a:r>
            <a:endParaRPr/>
          </a:p>
          <a:p>
            <a:pPr marL="174625" lvl="0" indent="0" algn="l" rtl="0">
              <a:lnSpc>
                <a:spcPct val="100000"/>
              </a:lnSpc>
              <a:spcBef>
                <a:spcPts val="0"/>
              </a:spcBef>
              <a:spcAft>
                <a:spcPts val="0"/>
              </a:spcAft>
              <a:buClr>
                <a:srgbClr val="C00000"/>
              </a:buClr>
              <a:buSzPts val="1800"/>
              <a:buNone/>
            </a:pPr>
            <a:r>
              <a:rPr lang="en-US" b="1">
                <a:solidFill>
                  <a:srgbClr val="C00000"/>
                </a:solidFill>
              </a:rPr>
              <a:t>HyperText Markup Language </a:t>
            </a:r>
            <a:r>
              <a:rPr lang="en-US"/>
              <a:t>adalah sebuah </a:t>
            </a:r>
            <a:r>
              <a:rPr lang="en-US" b="1">
                <a:solidFill>
                  <a:srgbClr val="C00000"/>
                </a:solidFill>
              </a:rPr>
              <a:t>bahasa markup </a:t>
            </a:r>
            <a:r>
              <a:rPr lang="en-US"/>
              <a:t>yang digunakan untuk membuat sebuah halaman web, menampilkan berbagai informasi di dalam sebuah browser.</a:t>
            </a:r>
            <a:endParaRPr/>
          </a:p>
          <a:p>
            <a:pPr marL="261938" lvl="0" indent="-241300" algn="l" rtl="0">
              <a:lnSpc>
                <a:spcPct val="100000"/>
              </a:lnSpc>
              <a:spcBef>
                <a:spcPts val="0"/>
              </a:spcBef>
              <a:spcAft>
                <a:spcPts val="0"/>
              </a:spcAft>
              <a:buClr>
                <a:schemeClr val="dk1"/>
              </a:buClr>
              <a:buSzPts val="2400"/>
              <a:buChar char="•"/>
            </a:pPr>
            <a:r>
              <a:rPr lang="en-US" sz="2400" b="1"/>
              <a:t>CSS</a:t>
            </a:r>
            <a:endParaRPr/>
          </a:p>
          <a:p>
            <a:pPr marL="174625" lvl="0" indent="0" algn="l" rtl="0">
              <a:lnSpc>
                <a:spcPct val="100000"/>
              </a:lnSpc>
              <a:spcBef>
                <a:spcPts val="0"/>
              </a:spcBef>
              <a:spcAft>
                <a:spcPts val="0"/>
              </a:spcAft>
              <a:buClr>
                <a:schemeClr val="dk1"/>
              </a:buClr>
              <a:buSzPts val="1800"/>
              <a:buNone/>
            </a:pPr>
            <a:r>
              <a:rPr lang="en-US"/>
              <a:t>Kepanjangan dari </a:t>
            </a:r>
            <a:r>
              <a:rPr lang="en-US" b="1">
                <a:solidFill>
                  <a:srgbClr val="C00000"/>
                </a:solidFill>
              </a:rPr>
              <a:t>Cascading Style Sheet </a:t>
            </a:r>
            <a:r>
              <a:rPr lang="en-US"/>
              <a:t>yang berfungsi untuk mengatur tampilan elemen yang tertulis dalam bahasa markup. </a:t>
            </a:r>
            <a:r>
              <a:rPr lang="en-US" b="1"/>
              <a:t>Fungsi</a:t>
            </a:r>
            <a:r>
              <a:rPr lang="en-US"/>
              <a:t> lain dari </a:t>
            </a:r>
            <a:r>
              <a:rPr lang="en-US" b="1"/>
              <a:t>CSS</a:t>
            </a:r>
            <a:r>
              <a:rPr lang="en-US"/>
              <a:t> yakni untuk memisahkan konten dari tampilan visual dalam sebuah website</a:t>
            </a:r>
            <a:endParaRPr/>
          </a:p>
          <a:p>
            <a:pPr marL="174625" lvl="0" indent="0" algn="l" rtl="0">
              <a:lnSpc>
                <a:spcPct val="100000"/>
              </a:lnSpc>
              <a:spcBef>
                <a:spcPts val="0"/>
              </a:spcBef>
              <a:spcAft>
                <a:spcPts val="0"/>
              </a:spcAft>
              <a:buClr>
                <a:schemeClr val="dk1"/>
              </a:buClr>
              <a:buSzPts val="1800"/>
              <a:buNone/>
            </a:pPr>
            <a:endParaRPr/>
          </a:p>
          <a:p>
            <a:pPr marL="174625" lvl="0" indent="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p:txBody>
      </p:sp>
      <p:sp>
        <p:nvSpPr>
          <p:cNvPr id="192" name="Google Shape;192;p13"/>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193" name="Google Shape;193;p13"/>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pic>
        <p:nvPicPr>
          <p:cNvPr id="194" name="Google Shape;194;p13" descr="http://www.isglobal.org/documents/10179/53467/web2.0.png/2766303b-87c1-4218-ba6f-56b2f418496e?t=1359719503937&amp;imagePreview=1&amp;imageThumbnail=3"/>
          <p:cNvPicPr preferRelativeResize="0"/>
          <p:nvPr/>
        </p:nvPicPr>
        <p:blipFill rotWithShape="1">
          <a:blip r:embed="rId4">
            <a:alphaModFix/>
          </a:blip>
          <a:srcRect/>
          <a:stretch/>
        </p:blipFill>
        <p:spPr>
          <a:xfrm>
            <a:off x="8267704" y="3995272"/>
            <a:ext cx="3924296" cy="18467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14" descr="http://image3.mouthshut.com/images/CategoryImages/112.jpg"/>
          <p:cNvPicPr preferRelativeResize="0"/>
          <p:nvPr/>
        </p:nvPicPr>
        <p:blipFill rotWithShape="1">
          <a:blip r:embed="rId3">
            <a:alphaModFix/>
          </a:blip>
          <a:srcRect/>
          <a:stretch/>
        </p:blipFill>
        <p:spPr>
          <a:xfrm>
            <a:off x="8635999" y="1585866"/>
            <a:ext cx="2806763" cy="2105072"/>
          </a:xfrm>
          <a:prstGeom prst="rect">
            <a:avLst/>
          </a:prstGeom>
          <a:noFill/>
          <a:ln>
            <a:noFill/>
          </a:ln>
        </p:spPr>
      </p:pic>
      <p:sp>
        <p:nvSpPr>
          <p:cNvPr id="200" name="Google Shape;200;p14"/>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Teknologi Web</a:t>
            </a:r>
            <a:endParaRPr/>
          </a:p>
        </p:txBody>
      </p:sp>
      <p:sp>
        <p:nvSpPr>
          <p:cNvPr id="201" name="Google Shape;201;p14"/>
          <p:cNvSpPr txBox="1">
            <a:spLocks noGrp="1"/>
          </p:cNvSpPr>
          <p:nvPr>
            <p:ph type="body" idx="1"/>
          </p:nvPr>
        </p:nvSpPr>
        <p:spPr>
          <a:xfrm>
            <a:off x="1541929" y="2034709"/>
            <a:ext cx="6571558" cy="432254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00000"/>
              </a:lnSpc>
              <a:spcBef>
                <a:spcPts val="0"/>
              </a:spcBef>
              <a:spcAft>
                <a:spcPts val="0"/>
              </a:spcAft>
              <a:buClr>
                <a:schemeClr val="dk1"/>
              </a:buClr>
              <a:buSzPct val="100000"/>
              <a:buChar char="•"/>
            </a:pPr>
            <a:r>
              <a:rPr lang="en-US" sz="2400" b="1"/>
              <a:t>Javascript</a:t>
            </a:r>
            <a:endParaRPr sz="2400" b="1"/>
          </a:p>
          <a:p>
            <a:pPr marL="174625" lvl="0" indent="0" algn="l" rtl="0">
              <a:lnSpc>
                <a:spcPct val="100000"/>
              </a:lnSpc>
              <a:spcBef>
                <a:spcPts val="0"/>
              </a:spcBef>
              <a:spcAft>
                <a:spcPts val="0"/>
              </a:spcAft>
              <a:buClr>
                <a:schemeClr val="dk1"/>
              </a:buClr>
              <a:buSzPct val="100000"/>
              <a:buNone/>
            </a:pPr>
            <a:r>
              <a:rPr lang="en-US"/>
              <a:t>salah satu bahasa pemrograman yang paling banyak digunakan dalam web. Bahkan dikenal sebagai salah satu dari tiga bahasa pemrograman utama bagi web developer. Berfungsi untuk membuat halaman web menjadi dinamis dan interaktif</a:t>
            </a:r>
            <a:endParaRPr/>
          </a:p>
          <a:p>
            <a:pPr marL="261938" lvl="0" indent="-261938" algn="l" rtl="0">
              <a:lnSpc>
                <a:spcPct val="100000"/>
              </a:lnSpc>
              <a:spcBef>
                <a:spcPts val="0"/>
              </a:spcBef>
              <a:spcAft>
                <a:spcPts val="0"/>
              </a:spcAft>
              <a:buClr>
                <a:schemeClr val="dk1"/>
              </a:buClr>
              <a:buSzPct val="100000"/>
              <a:buChar char="•"/>
            </a:pPr>
            <a:r>
              <a:rPr lang="en-US" sz="2400" b="1"/>
              <a:t>PHP</a:t>
            </a:r>
            <a:endParaRPr/>
          </a:p>
          <a:p>
            <a:pPr marL="174625" lvl="0" indent="0" algn="l" rtl="0">
              <a:lnSpc>
                <a:spcPct val="100000"/>
              </a:lnSpc>
              <a:spcBef>
                <a:spcPts val="0"/>
              </a:spcBef>
              <a:spcAft>
                <a:spcPts val="0"/>
              </a:spcAft>
              <a:buClr>
                <a:schemeClr val="dk1"/>
              </a:buClr>
              <a:buSzPct val="100000"/>
              <a:buNone/>
            </a:pPr>
            <a:r>
              <a:rPr lang="en-US"/>
              <a:t>bahasa pemrograman yang digunakan secara luas untuk penanganan pembuatan dan pengembangan sebuah situs web dan bisa digunakan bersamaan dengan HTML</a:t>
            </a:r>
            <a:endParaRPr/>
          </a:p>
          <a:p>
            <a:pPr marL="261938" lvl="0" indent="-241300" algn="l" rtl="0">
              <a:lnSpc>
                <a:spcPct val="100000"/>
              </a:lnSpc>
              <a:spcBef>
                <a:spcPts val="0"/>
              </a:spcBef>
              <a:spcAft>
                <a:spcPts val="0"/>
              </a:spcAft>
              <a:buClr>
                <a:schemeClr val="dk1"/>
              </a:buClr>
              <a:buSzPct val="100000"/>
              <a:buChar char="•"/>
            </a:pPr>
            <a:r>
              <a:rPr lang="en-US" sz="2400" b="1"/>
              <a:t>MySQL</a:t>
            </a:r>
            <a:endParaRPr/>
          </a:p>
          <a:p>
            <a:pPr marL="174625" lvl="0" indent="0" algn="l" rtl="0">
              <a:lnSpc>
                <a:spcPct val="100000"/>
              </a:lnSpc>
              <a:spcBef>
                <a:spcPts val="0"/>
              </a:spcBef>
              <a:spcAft>
                <a:spcPts val="0"/>
              </a:spcAft>
              <a:buClr>
                <a:schemeClr val="dk1"/>
              </a:buClr>
              <a:buSzPct val="100000"/>
              <a:buNone/>
            </a:pPr>
            <a:r>
              <a:rPr lang="en-US" b="1"/>
              <a:t>Perangkat lunak </a:t>
            </a:r>
            <a:r>
              <a:rPr lang="en-US"/>
              <a:t>sistem manajemen  basis data atau DBMS yang multipengguna dengan sekitar 6 juta instalasi di seluruh dunia. MySQL AB membuat MySQL tersedia sebagai perangkat lunak gratis di bawah lisensi GNU General Public License (GPL), tetapi mereka juga menjual di bawah lisensi komersial untuk kasus-kasus di mana penggunaannya tidak cocok dengan penggunaan GPL.</a:t>
            </a:r>
            <a:endParaRPr/>
          </a:p>
          <a:p>
            <a:pPr marL="174625" lvl="0" indent="0" algn="l" rtl="0">
              <a:lnSpc>
                <a:spcPct val="100000"/>
              </a:lnSpc>
              <a:spcBef>
                <a:spcPts val="0"/>
              </a:spcBef>
              <a:spcAft>
                <a:spcPts val="0"/>
              </a:spcAft>
              <a:buClr>
                <a:schemeClr val="dk1"/>
              </a:buClr>
              <a:buSzPct val="100000"/>
              <a:buNone/>
            </a:pPr>
            <a:endParaRPr/>
          </a:p>
        </p:txBody>
      </p:sp>
      <p:sp>
        <p:nvSpPr>
          <p:cNvPr id="202" name="Google Shape;202;p14"/>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203" name="Google Shape;203;p14"/>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pic>
        <p:nvPicPr>
          <p:cNvPr id="204" name="Google Shape;204;p14" descr="http://www.isglobal.org/documents/10179/53467/web2.0.png/2766303b-87c1-4218-ba6f-56b2f418496e?t=1359719503937&amp;imagePreview=1&amp;imageThumbnail=3"/>
          <p:cNvPicPr preferRelativeResize="0"/>
          <p:nvPr/>
        </p:nvPicPr>
        <p:blipFill rotWithShape="1">
          <a:blip r:embed="rId4">
            <a:alphaModFix/>
          </a:blip>
          <a:srcRect/>
          <a:stretch/>
        </p:blipFill>
        <p:spPr>
          <a:xfrm>
            <a:off x="8267704" y="3995272"/>
            <a:ext cx="3924296" cy="18467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15" descr="http://image3.mouthshut.com/images/CategoryImages/112.jpg"/>
          <p:cNvPicPr preferRelativeResize="0"/>
          <p:nvPr/>
        </p:nvPicPr>
        <p:blipFill rotWithShape="1">
          <a:blip r:embed="rId3">
            <a:alphaModFix/>
          </a:blip>
          <a:srcRect/>
          <a:stretch/>
        </p:blipFill>
        <p:spPr>
          <a:xfrm>
            <a:off x="8635999" y="1585866"/>
            <a:ext cx="2806763" cy="2105072"/>
          </a:xfrm>
          <a:prstGeom prst="rect">
            <a:avLst/>
          </a:prstGeom>
          <a:noFill/>
          <a:ln>
            <a:noFill/>
          </a:ln>
        </p:spPr>
      </p:pic>
      <p:sp>
        <p:nvSpPr>
          <p:cNvPr id="210" name="Google Shape;210;p15"/>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Teknologi Web</a:t>
            </a:r>
            <a:endParaRPr/>
          </a:p>
        </p:txBody>
      </p:sp>
      <p:sp>
        <p:nvSpPr>
          <p:cNvPr id="211" name="Google Shape;211;p15"/>
          <p:cNvSpPr txBox="1">
            <a:spLocks noGrp="1"/>
          </p:cNvSpPr>
          <p:nvPr>
            <p:ph type="body" idx="1"/>
          </p:nvPr>
        </p:nvSpPr>
        <p:spPr>
          <a:xfrm>
            <a:off x="1541929" y="2034709"/>
            <a:ext cx="6571558" cy="432254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00000"/>
              </a:lnSpc>
              <a:spcBef>
                <a:spcPts val="0"/>
              </a:spcBef>
              <a:spcAft>
                <a:spcPts val="0"/>
              </a:spcAft>
              <a:buClr>
                <a:schemeClr val="dk1"/>
              </a:buClr>
              <a:buSzPts val="2400"/>
              <a:buChar char="•"/>
            </a:pPr>
            <a:r>
              <a:rPr lang="en-US" sz="2400" b="1"/>
              <a:t>Bootstrap</a:t>
            </a:r>
            <a:endParaRPr/>
          </a:p>
          <a:p>
            <a:pPr marL="174625" lvl="0" indent="0" algn="l" rtl="0">
              <a:lnSpc>
                <a:spcPct val="100000"/>
              </a:lnSpc>
              <a:spcBef>
                <a:spcPts val="0"/>
              </a:spcBef>
              <a:spcAft>
                <a:spcPts val="0"/>
              </a:spcAft>
              <a:buClr>
                <a:schemeClr val="dk1"/>
              </a:buClr>
              <a:buSzPts val="1800"/>
              <a:buNone/>
            </a:pPr>
            <a:r>
              <a:rPr lang="en-US"/>
              <a:t>Bootstrap merupakan sebuah </a:t>
            </a:r>
            <a:r>
              <a:rPr lang="en-US" b="1">
                <a:solidFill>
                  <a:srgbClr val="C00000"/>
                </a:solidFill>
              </a:rPr>
              <a:t>library framework </a:t>
            </a:r>
            <a:r>
              <a:rPr lang="en-US"/>
              <a:t>CSS yang telah dibuat khusus uintuk mengembangkan front end sebuah website. Bootstrap membuat website agar lebih responsive, dapat membuat halaman website bisa menyesuaikan dengan ukuran layar perangkat (ponsel, tablet, desktop). Awal mulanya bootstrap bernama Twitter Blueprint.</a:t>
            </a:r>
            <a:endParaRPr/>
          </a:p>
          <a:p>
            <a:pPr marL="228600" lvl="0" indent="-228600" algn="l" rtl="0">
              <a:lnSpc>
                <a:spcPct val="100000"/>
              </a:lnSpc>
              <a:spcBef>
                <a:spcPts val="0"/>
              </a:spcBef>
              <a:spcAft>
                <a:spcPts val="0"/>
              </a:spcAft>
              <a:buClr>
                <a:schemeClr val="dk1"/>
              </a:buClr>
              <a:buSzPts val="2400"/>
              <a:buChar char="•"/>
            </a:pPr>
            <a:r>
              <a:rPr lang="en-US" sz="2400" b="1"/>
              <a:t>Ajax</a:t>
            </a:r>
            <a:endParaRPr/>
          </a:p>
          <a:p>
            <a:pPr marL="174625" lvl="0" indent="0" algn="l" rtl="0">
              <a:lnSpc>
                <a:spcPct val="100000"/>
              </a:lnSpc>
              <a:spcBef>
                <a:spcPts val="0"/>
              </a:spcBef>
              <a:spcAft>
                <a:spcPts val="0"/>
              </a:spcAft>
              <a:buClr>
                <a:srgbClr val="C00000"/>
              </a:buClr>
              <a:buSzPts val="1800"/>
              <a:buNone/>
            </a:pPr>
            <a:r>
              <a:rPr lang="en-US" b="1">
                <a:solidFill>
                  <a:srgbClr val="C00000"/>
                </a:solidFill>
              </a:rPr>
              <a:t>Asynchronous JavaScript and XMLHTTP</a:t>
            </a:r>
            <a:r>
              <a:rPr lang="en-US"/>
              <a:t> adalah suatu teknik pemrograman berbasis web untuk menciptakan situs web interaktif. Tujuannya adalah untuk memindahkan sebagian besar interaksi pada komputer klien, melakukan pertukaran data dengan server di belakang layar, sehingga halaman web tidak harus dibaca ulang secara keseluruhan setiap kali seorang pengguna melakukan perubahan. Hal ini akan meningkatkan interaktivitas, kecepatan, dan </a:t>
            </a:r>
            <a:r>
              <a:rPr lang="en-US" i="1"/>
              <a:t>usability</a:t>
            </a:r>
            <a:r>
              <a:rPr lang="en-US"/>
              <a:t>.</a:t>
            </a:r>
            <a:endParaRPr sz="2400" b="1"/>
          </a:p>
          <a:p>
            <a:pPr marL="174625" lvl="0" indent="0" algn="l" rtl="0">
              <a:lnSpc>
                <a:spcPct val="100000"/>
              </a:lnSpc>
              <a:spcBef>
                <a:spcPts val="0"/>
              </a:spcBef>
              <a:spcAft>
                <a:spcPts val="0"/>
              </a:spcAft>
              <a:buClr>
                <a:schemeClr val="dk1"/>
              </a:buClr>
              <a:buSzPts val="1800"/>
              <a:buNone/>
            </a:pPr>
            <a:endParaRPr/>
          </a:p>
          <a:p>
            <a:pPr marL="174625" lvl="0" indent="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a:p>
            <a:pPr marL="228600" lvl="0" indent="-114300" algn="l" rtl="0">
              <a:lnSpc>
                <a:spcPct val="100000"/>
              </a:lnSpc>
              <a:spcBef>
                <a:spcPts val="0"/>
              </a:spcBef>
              <a:spcAft>
                <a:spcPts val="0"/>
              </a:spcAft>
              <a:buClr>
                <a:schemeClr val="dk1"/>
              </a:buClr>
              <a:buSzPts val="1800"/>
              <a:buNone/>
            </a:pPr>
            <a:endParaRPr/>
          </a:p>
        </p:txBody>
      </p:sp>
      <p:sp>
        <p:nvSpPr>
          <p:cNvPr id="212" name="Google Shape;212;p15"/>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213" name="Google Shape;213;p15"/>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pic>
        <p:nvPicPr>
          <p:cNvPr id="214" name="Google Shape;214;p15" descr="http://www.isglobal.org/documents/10179/53467/web2.0.png/2766303b-87c1-4218-ba6f-56b2f418496e?t=1359719503937&amp;imagePreview=1&amp;imageThumbnail=3"/>
          <p:cNvPicPr preferRelativeResize="0"/>
          <p:nvPr/>
        </p:nvPicPr>
        <p:blipFill rotWithShape="1">
          <a:blip r:embed="rId4">
            <a:alphaModFix/>
          </a:blip>
          <a:srcRect/>
          <a:stretch/>
        </p:blipFill>
        <p:spPr>
          <a:xfrm>
            <a:off x="8267704" y="3995272"/>
            <a:ext cx="3924296" cy="184672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6"/>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Konsep Client Server dan Peer to Peer</a:t>
            </a:r>
            <a:endParaRPr/>
          </a:p>
        </p:txBody>
      </p:sp>
      <p:sp>
        <p:nvSpPr>
          <p:cNvPr id="220" name="Google Shape;220;p16"/>
          <p:cNvSpPr txBox="1">
            <a:spLocks noGrp="1"/>
          </p:cNvSpPr>
          <p:nvPr>
            <p:ph type="body" idx="1"/>
          </p:nvPr>
        </p:nvSpPr>
        <p:spPr>
          <a:xfrm>
            <a:off x="1541928" y="2034709"/>
            <a:ext cx="9744637" cy="2976563"/>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100000"/>
              </a:lnSpc>
              <a:spcBef>
                <a:spcPts val="0"/>
              </a:spcBef>
              <a:spcAft>
                <a:spcPts val="0"/>
              </a:spcAft>
              <a:buClr>
                <a:schemeClr val="dk1"/>
              </a:buClr>
              <a:buSzPct val="100000"/>
              <a:buChar char="•"/>
            </a:pPr>
            <a:r>
              <a:rPr lang="en-US" sz="2400"/>
              <a:t>Konsep client server adalah koneksi dan komunikasi yang dilakukan dua komputer dimana satu sisi bertindak sebagai klien dan sisi lain sebagai server, server hanya melayani permintaan klien dan klien mengirimkan atau meminta suatu proses pada server.</a:t>
            </a:r>
            <a:endParaRPr/>
          </a:p>
          <a:p>
            <a:pPr marL="228600" lvl="0" indent="-228600" algn="l" rtl="0">
              <a:lnSpc>
                <a:spcPct val="100000"/>
              </a:lnSpc>
              <a:spcBef>
                <a:spcPts val="0"/>
              </a:spcBef>
              <a:spcAft>
                <a:spcPts val="0"/>
              </a:spcAft>
              <a:buClr>
                <a:schemeClr val="dk1"/>
              </a:buClr>
              <a:buSzPct val="100000"/>
              <a:buChar char="•"/>
            </a:pPr>
            <a:r>
              <a:rPr lang="en-US" sz="2400"/>
              <a:t>Sedangkan peer to peer adalah konsep teknologi dimana peran antara kedua sisi tersebut menjadi kabur, satu sisi computer tersebut bisa berupa client dengan meminta suatu layanan ke server dan sisi lain computer tersebut bisa berupa server dengan menerima proses permintaan dari client.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Konsep Client Server</a:t>
            </a:r>
            <a:endParaRPr/>
          </a:p>
        </p:txBody>
      </p:sp>
      <p:sp>
        <p:nvSpPr>
          <p:cNvPr id="226" name="Google Shape;226;p17"/>
          <p:cNvSpPr txBox="1">
            <a:spLocks noGrp="1"/>
          </p:cNvSpPr>
          <p:nvPr>
            <p:ph type="body" idx="1"/>
          </p:nvPr>
        </p:nvSpPr>
        <p:spPr>
          <a:xfrm>
            <a:off x="1541928" y="2034709"/>
            <a:ext cx="9744637" cy="339073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00000"/>
              </a:lnSpc>
              <a:spcBef>
                <a:spcPts val="0"/>
              </a:spcBef>
              <a:spcAft>
                <a:spcPts val="0"/>
              </a:spcAft>
              <a:buClr>
                <a:schemeClr val="dk1"/>
              </a:buClr>
              <a:buSzPct val="100000"/>
              <a:buChar char="•"/>
            </a:pPr>
            <a:r>
              <a:rPr lang="en-US" sz="2000"/>
              <a:t>Sebuah Komputer (Klien) berinteraksi dengan perangkat lunak lain yang dikenal dengan server yang terletak di remote komputer,  Klien biasanya merupakan sebuah web browser seperti Google chrome, Mozilla Firefox, internet explorer, netscape navigator atau Safari.</a:t>
            </a:r>
            <a:endParaRPr/>
          </a:p>
          <a:p>
            <a:pPr marL="228600" lvl="0" indent="-228600" algn="l" rtl="0">
              <a:lnSpc>
                <a:spcPct val="100000"/>
              </a:lnSpc>
              <a:spcBef>
                <a:spcPts val="0"/>
              </a:spcBef>
              <a:spcAft>
                <a:spcPts val="0"/>
              </a:spcAft>
              <a:buClr>
                <a:schemeClr val="dk1"/>
              </a:buClr>
              <a:buSzPct val="100000"/>
              <a:buChar char="•"/>
            </a:pPr>
            <a:r>
              <a:rPr lang="en-US" sz="2000"/>
              <a:t>Browser berinteraksi dengan server menggunakan suatu set instruksi yang disebut dengan protokol. Protokol – protokol inilah yang membantu dalam transfer data yang akurat melalui permintaan (Request) dari browser dan menampilkan tanggapan dari Server (Response)</a:t>
            </a:r>
            <a:endParaRPr/>
          </a:p>
          <a:p>
            <a:pPr marL="228600" lvl="0" indent="-228600" algn="l" rtl="0">
              <a:lnSpc>
                <a:spcPct val="100000"/>
              </a:lnSpc>
              <a:spcBef>
                <a:spcPts val="0"/>
              </a:spcBef>
              <a:spcAft>
                <a:spcPts val="0"/>
              </a:spcAft>
              <a:buClr>
                <a:schemeClr val="dk1"/>
              </a:buClr>
              <a:buSzPct val="100000"/>
              <a:buChar char="•"/>
            </a:pPr>
            <a:r>
              <a:rPr lang="en-US" sz="2000"/>
              <a:t>Ada banyak protokol yang tersedia di internet, World Wide Web (WWW) yang merupakan bagian dari internet membawa semua protokol ini dalam satu atap. Yaitu :</a:t>
            </a:r>
            <a:endParaRPr/>
          </a:p>
          <a:p>
            <a:pPr marL="228600" lvl="0" indent="-228600" algn="l" rtl="0">
              <a:lnSpc>
                <a:spcPct val="100000"/>
              </a:lnSpc>
              <a:spcBef>
                <a:spcPts val="0"/>
              </a:spcBef>
              <a:spcAft>
                <a:spcPts val="0"/>
              </a:spcAft>
              <a:buClr>
                <a:schemeClr val="dk1"/>
              </a:buClr>
              <a:buSzPct val="100000"/>
              <a:buChar char="•"/>
            </a:pPr>
            <a:r>
              <a:rPr lang="en-US" sz="2000"/>
              <a:t>HTTP</a:t>
            </a:r>
            <a:endParaRPr/>
          </a:p>
          <a:p>
            <a:pPr marL="228600" lvl="0" indent="-228600" algn="l" rtl="0">
              <a:lnSpc>
                <a:spcPct val="100000"/>
              </a:lnSpc>
              <a:spcBef>
                <a:spcPts val="0"/>
              </a:spcBef>
              <a:spcAft>
                <a:spcPts val="0"/>
              </a:spcAft>
              <a:buClr>
                <a:schemeClr val="dk1"/>
              </a:buClr>
              <a:buSzPct val="100000"/>
              <a:buChar char="•"/>
            </a:pPr>
            <a:r>
              <a:rPr lang="en-US" sz="2000"/>
              <a:t>FTP</a:t>
            </a:r>
            <a:endParaRPr/>
          </a:p>
          <a:p>
            <a:pPr marL="228600" lvl="0" indent="-228600" algn="l" rtl="0">
              <a:lnSpc>
                <a:spcPct val="100000"/>
              </a:lnSpc>
              <a:spcBef>
                <a:spcPts val="0"/>
              </a:spcBef>
              <a:spcAft>
                <a:spcPts val="0"/>
              </a:spcAft>
              <a:buClr>
                <a:schemeClr val="dk1"/>
              </a:buClr>
              <a:buSzPct val="100000"/>
              <a:buChar char="•"/>
            </a:pPr>
            <a:r>
              <a:rPr lang="en-US" sz="2000"/>
              <a:t>TELNET</a:t>
            </a:r>
            <a:endParaRPr/>
          </a:p>
          <a:p>
            <a:pPr marL="228600" lvl="0" indent="-228600" algn="l" rtl="0">
              <a:lnSpc>
                <a:spcPct val="100000"/>
              </a:lnSpc>
              <a:spcBef>
                <a:spcPts val="0"/>
              </a:spcBef>
              <a:spcAft>
                <a:spcPts val="0"/>
              </a:spcAft>
              <a:buClr>
                <a:schemeClr val="dk1"/>
              </a:buClr>
              <a:buSzPct val="100000"/>
              <a:buChar char="•"/>
            </a:pPr>
            <a:r>
              <a:rPr lang="en-US" sz="2000"/>
              <a:t>EMAIL</a:t>
            </a:r>
            <a:endParaRPr/>
          </a:p>
        </p:txBody>
      </p:sp>
      <p:pic>
        <p:nvPicPr>
          <p:cNvPr id="227" name="Google Shape;227;p17"/>
          <p:cNvPicPr preferRelativeResize="0"/>
          <p:nvPr/>
        </p:nvPicPr>
        <p:blipFill rotWithShape="1">
          <a:blip r:embed="rId3">
            <a:alphaModFix/>
          </a:blip>
          <a:srcRect/>
          <a:stretch/>
        </p:blipFill>
        <p:spPr>
          <a:xfrm>
            <a:off x="7982858" y="4419600"/>
            <a:ext cx="3828141" cy="20097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Arsitektur Client Server 1: Halaman statis html</a:t>
            </a:r>
            <a:endParaRPr/>
          </a:p>
        </p:txBody>
      </p:sp>
      <p:pic>
        <p:nvPicPr>
          <p:cNvPr id="233" name="Google Shape;233;p18"/>
          <p:cNvPicPr preferRelativeResize="0">
            <a:picLocks noGrp="1"/>
          </p:cNvPicPr>
          <p:nvPr>
            <p:ph type="body" idx="1"/>
          </p:nvPr>
        </p:nvPicPr>
        <p:blipFill rotWithShape="1">
          <a:blip r:embed="rId3">
            <a:alphaModFix/>
          </a:blip>
          <a:srcRect/>
          <a:stretch/>
        </p:blipFill>
        <p:spPr>
          <a:xfrm>
            <a:off x="2826597" y="2132632"/>
            <a:ext cx="6253432" cy="409544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Arsitektur Client Server 2: CGI Script</a:t>
            </a:r>
            <a:endParaRPr/>
          </a:p>
        </p:txBody>
      </p:sp>
      <p:sp>
        <p:nvSpPr>
          <p:cNvPr id="239" name="Google Shape;239;p19"/>
          <p:cNvSpPr txBox="1">
            <a:spLocks noGrp="1"/>
          </p:cNvSpPr>
          <p:nvPr>
            <p:ph type="body" idx="1"/>
          </p:nvPr>
        </p:nvSpPr>
        <p:spPr>
          <a:xfrm>
            <a:off x="1541928" y="2034709"/>
            <a:ext cx="9744637" cy="2976563"/>
          </a:xfrm>
          <a:prstGeom prst="rect">
            <a:avLst/>
          </a:prstGeom>
          <a:noFill/>
          <a:ln>
            <a:noFill/>
          </a:ln>
        </p:spPr>
        <p:txBody>
          <a:bodyPr spcFirstLastPara="1" wrap="square" lIns="91425" tIns="45700" rIns="91425" bIns="45700" anchor="t" anchorCtr="0">
            <a:normAutofit/>
          </a:bodyPr>
          <a:lstStyle/>
          <a:p>
            <a:pPr marL="228600" lvl="0" indent="-114300" algn="l" rtl="0">
              <a:lnSpc>
                <a:spcPct val="100000"/>
              </a:lnSpc>
              <a:spcBef>
                <a:spcPts val="0"/>
              </a:spcBef>
              <a:spcAft>
                <a:spcPts val="0"/>
              </a:spcAft>
              <a:buClr>
                <a:schemeClr val="dk1"/>
              </a:buClr>
              <a:buSzPts val="1800"/>
              <a:buNone/>
            </a:pPr>
            <a:endParaRPr/>
          </a:p>
        </p:txBody>
      </p:sp>
      <p:pic>
        <p:nvPicPr>
          <p:cNvPr id="240" name="Google Shape;240;p19"/>
          <p:cNvPicPr preferRelativeResize="0"/>
          <p:nvPr/>
        </p:nvPicPr>
        <p:blipFill rotWithShape="1">
          <a:blip r:embed="rId3">
            <a:alphaModFix/>
          </a:blip>
          <a:srcRect/>
          <a:stretch/>
        </p:blipFill>
        <p:spPr>
          <a:xfrm>
            <a:off x="2896234" y="2034709"/>
            <a:ext cx="6202877" cy="412146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0"/>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Arsitektur Client Server 3: Server side scripting</a:t>
            </a:r>
            <a:endParaRPr/>
          </a:p>
        </p:txBody>
      </p:sp>
      <p:sp>
        <p:nvSpPr>
          <p:cNvPr id="246" name="Google Shape;246;p20"/>
          <p:cNvSpPr txBox="1">
            <a:spLocks noGrp="1"/>
          </p:cNvSpPr>
          <p:nvPr>
            <p:ph type="body" idx="1"/>
          </p:nvPr>
        </p:nvSpPr>
        <p:spPr>
          <a:xfrm>
            <a:off x="1541928" y="2034709"/>
            <a:ext cx="9744637" cy="2976563"/>
          </a:xfrm>
          <a:prstGeom prst="rect">
            <a:avLst/>
          </a:prstGeom>
          <a:noFill/>
          <a:ln>
            <a:noFill/>
          </a:ln>
        </p:spPr>
        <p:txBody>
          <a:bodyPr spcFirstLastPara="1" wrap="square" lIns="91425" tIns="45700" rIns="91425" bIns="45700" anchor="t" anchorCtr="0">
            <a:normAutofit/>
          </a:bodyPr>
          <a:lstStyle/>
          <a:p>
            <a:pPr marL="228600" lvl="0" indent="-114300" algn="l" rtl="0">
              <a:lnSpc>
                <a:spcPct val="100000"/>
              </a:lnSpc>
              <a:spcBef>
                <a:spcPts val="0"/>
              </a:spcBef>
              <a:spcAft>
                <a:spcPts val="0"/>
              </a:spcAft>
              <a:buClr>
                <a:schemeClr val="dk1"/>
              </a:buClr>
              <a:buSzPts val="1800"/>
              <a:buNone/>
            </a:pPr>
            <a:endParaRPr/>
          </a:p>
        </p:txBody>
      </p:sp>
      <p:pic>
        <p:nvPicPr>
          <p:cNvPr id="247" name="Google Shape;247;p20"/>
          <p:cNvPicPr preferRelativeResize="0"/>
          <p:nvPr/>
        </p:nvPicPr>
        <p:blipFill rotWithShape="1">
          <a:blip r:embed="rId3">
            <a:alphaModFix/>
          </a:blip>
          <a:srcRect/>
          <a:stretch/>
        </p:blipFill>
        <p:spPr>
          <a:xfrm>
            <a:off x="2805113" y="2034709"/>
            <a:ext cx="6192126" cy="405638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1"/>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Arsitektur Client Server 4: Three Tiered</a:t>
            </a:r>
            <a:endParaRPr/>
          </a:p>
        </p:txBody>
      </p:sp>
      <p:sp>
        <p:nvSpPr>
          <p:cNvPr id="253" name="Google Shape;253;p21"/>
          <p:cNvSpPr txBox="1">
            <a:spLocks noGrp="1"/>
          </p:cNvSpPr>
          <p:nvPr>
            <p:ph type="body" idx="1"/>
          </p:nvPr>
        </p:nvSpPr>
        <p:spPr>
          <a:xfrm>
            <a:off x="1541928" y="2034709"/>
            <a:ext cx="9744637" cy="2976563"/>
          </a:xfrm>
          <a:prstGeom prst="rect">
            <a:avLst/>
          </a:prstGeom>
          <a:noFill/>
          <a:ln>
            <a:noFill/>
          </a:ln>
        </p:spPr>
        <p:txBody>
          <a:bodyPr spcFirstLastPara="1" wrap="square" lIns="91425" tIns="45700" rIns="91425" bIns="45700" anchor="t" anchorCtr="0">
            <a:normAutofit/>
          </a:bodyPr>
          <a:lstStyle/>
          <a:p>
            <a:pPr marL="228600" lvl="0" indent="-114300" algn="l" rtl="0">
              <a:lnSpc>
                <a:spcPct val="100000"/>
              </a:lnSpc>
              <a:spcBef>
                <a:spcPts val="0"/>
              </a:spcBef>
              <a:spcAft>
                <a:spcPts val="0"/>
              </a:spcAft>
              <a:buClr>
                <a:schemeClr val="dk1"/>
              </a:buClr>
              <a:buSzPts val="1800"/>
              <a:buNone/>
            </a:pPr>
            <a:endParaRPr/>
          </a:p>
        </p:txBody>
      </p:sp>
      <p:pic>
        <p:nvPicPr>
          <p:cNvPr id="254" name="Google Shape;254;p21"/>
          <p:cNvPicPr preferRelativeResize="0"/>
          <p:nvPr/>
        </p:nvPicPr>
        <p:blipFill rotWithShape="1">
          <a:blip r:embed="rId3">
            <a:alphaModFix/>
          </a:blip>
          <a:srcRect/>
          <a:stretch/>
        </p:blipFill>
        <p:spPr>
          <a:xfrm>
            <a:off x="3130550" y="1933109"/>
            <a:ext cx="5690420" cy="470137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2"/>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Cara Kerja Web</a:t>
            </a:r>
            <a:endParaRPr/>
          </a:p>
        </p:txBody>
      </p:sp>
      <p:pic>
        <p:nvPicPr>
          <p:cNvPr id="260" name="Google Shape;260;p22"/>
          <p:cNvPicPr preferRelativeResize="0">
            <a:picLocks noGrp="1"/>
          </p:cNvPicPr>
          <p:nvPr>
            <p:ph type="body" idx="1"/>
          </p:nvPr>
        </p:nvPicPr>
        <p:blipFill rotWithShape="1">
          <a:blip r:embed="rId3">
            <a:alphaModFix/>
          </a:blip>
          <a:srcRect/>
          <a:stretch/>
        </p:blipFill>
        <p:spPr>
          <a:xfrm>
            <a:off x="975921" y="2221389"/>
            <a:ext cx="10057695" cy="333613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3"/>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Cara Kerja Web</a:t>
            </a:r>
            <a:endParaRPr/>
          </a:p>
        </p:txBody>
      </p:sp>
      <p:pic>
        <p:nvPicPr>
          <p:cNvPr id="266" name="Google Shape;266;p23"/>
          <p:cNvPicPr preferRelativeResize="0">
            <a:picLocks noGrp="1"/>
          </p:cNvPicPr>
          <p:nvPr>
            <p:ph type="body" idx="1"/>
          </p:nvPr>
        </p:nvPicPr>
        <p:blipFill rotWithShape="1">
          <a:blip r:embed="rId3">
            <a:alphaModFix/>
          </a:blip>
          <a:srcRect/>
          <a:stretch/>
        </p:blipFill>
        <p:spPr>
          <a:xfrm>
            <a:off x="1728678" y="1740535"/>
            <a:ext cx="9227173" cy="457898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4"/>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Penilaian</a:t>
            </a:r>
            <a:endParaRPr/>
          </a:p>
        </p:txBody>
      </p:sp>
      <p:sp>
        <p:nvSpPr>
          <p:cNvPr id="272" name="Google Shape;272;p24"/>
          <p:cNvSpPr txBox="1">
            <a:spLocks noGrp="1"/>
          </p:cNvSpPr>
          <p:nvPr>
            <p:ph type="body" idx="1"/>
          </p:nvPr>
        </p:nvSpPr>
        <p:spPr>
          <a:xfrm>
            <a:off x="1541928" y="2034709"/>
            <a:ext cx="9744637" cy="395969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a:t>TUGAS: </a:t>
            </a:r>
            <a:r>
              <a:rPr lang="en-US" sz="2400" b="1">
                <a:solidFill>
                  <a:srgbClr val="C00000"/>
                </a:solidFill>
              </a:rPr>
              <a:t>20%</a:t>
            </a:r>
            <a:endParaRPr/>
          </a:p>
          <a:p>
            <a:pPr marL="742950" lvl="1" indent="-285750" algn="l" rtl="0">
              <a:lnSpc>
                <a:spcPct val="100000"/>
              </a:lnSpc>
              <a:spcBef>
                <a:spcPts val="0"/>
              </a:spcBef>
              <a:spcAft>
                <a:spcPts val="0"/>
              </a:spcAft>
              <a:buClr>
                <a:schemeClr val="dk1"/>
              </a:buClr>
              <a:buSzPts val="2000"/>
              <a:buChar char="•"/>
            </a:pPr>
            <a:r>
              <a:rPr lang="en-US" sz="2000"/>
              <a:t>Selama perkuliahan akan diberikan tugas-tugas praktek yang akan menjadi nilai tugas</a:t>
            </a:r>
            <a:endParaRPr sz="2000"/>
          </a:p>
          <a:p>
            <a:pPr marL="342900" lvl="0" indent="-342900" algn="l" rtl="0">
              <a:lnSpc>
                <a:spcPct val="100000"/>
              </a:lnSpc>
              <a:spcBef>
                <a:spcPts val="0"/>
              </a:spcBef>
              <a:spcAft>
                <a:spcPts val="0"/>
              </a:spcAft>
              <a:buClr>
                <a:schemeClr val="dk1"/>
              </a:buClr>
              <a:buSzPts val="2400"/>
              <a:buChar char="•"/>
            </a:pPr>
            <a:r>
              <a:rPr lang="en-US" sz="2400"/>
              <a:t>UTS: </a:t>
            </a:r>
            <a:r>
              <a:rPr lang="en-US" sz="2400" b="1">
                <a:solidFill>
                  <a:srgbClr val="C00000"/>
                </a:solidFill>
              </a:rPr>
              <a:t>40%</a:t>
            </a:r>
            <a:endParaRPr/>
          </a:p>
          <a:p>
            <a:pPr marL="742950" lvl="1" indent="-285750" algn="l" rtl="0">
              <a:lnSpc>
                <a:spcPct val="100000"/>
              </a:lnSpc>
              <a:spcBef>
                <a:spcPts val="0"/>
              </a:spcBef>
              <a:spcAft>
                <a:spcPts val="0"/>
              </a:spcAft>
              <a:buClr>
                <a:schemeClr val="dk1"/>
              </a:buClr>
              <a:buSzPts val="2000"/>
              <a:buChar char="•"/>
            </a:pPr>
            <a:r>
              <a:rPr lang="en-US" sz="2000" b="1"/>
              <a:t>Teori</a:t>
            </a:r>
            <a:r>
              <a:rPr lang="en-US" sz="2000"/>
              <a:t>: menyelesaikan soal teori</a:t>
            </a:r>
            <a:endParaRPr/>
          </a:p>
          <a:p>
            <a:pPr marL="742950" lvl="1" indent="-285750" algn="l" rtl="0">
              <a:lnSpc>
                <a:spcPct val="100000"/>
              </a:lnSpc>
              <a:spcBef>
                <a:spcPts val="0"/>
              </a:spcBef>
              <a:spcAft>
                <a:spcPts val="0"/>
              </a:spcAft>
              <a:buClr>
                <a:schemeClr val="dk1"/>
              </a:buClr>
              <a:buSzPts val="2000"/>
              <a:buChar char="•"/>
            </a:pPr>
            <a:r>
              <a:rPr lang="en-US" sz="2000" b="1"/>
              <a:t>Praktek</a:t>
            </a:r>
            <a:r>
              <a:rPr lang="en-US" sz="2000"/>
              <a:t>: penugasan</a:t>
            </a:r>
            <a:endParaRPr sz="2000"/>
          </a:p>
          <a:p>
            <a:pPr marL="342900" lvl="0" indent="-342900" algn="l" rtl="0">
              <a:lnSpc>
                <a:spcPct val="100000"/>
              </a:lnSpc>
              <a:spcBef>
                <a:spcPts val="0"/>
              </a:spcBef>
              <a:spcAft>
                <a:spcPts val="0"/>
              </a:spcAft>
              <a:buClr>
                <a:schemeClr val="dk1"/>
              </a:buClr>
              <a:buSzPts val="2400"/>
              <a:buChar char="•"/>
            </a:pPr>
            <a:r>
              <a:rPr lang="en-US" sz="2400"/>
              <a:t>UAS: </a:t>
            </a:r>
            <a:r>
              <a:rPr lang="en-US" sz="2400" b="1">
                <a:solidFill>
                  <a:srgbClr val="C00000"/>
                </a:solidFill>
              </a:rPr>
              <a:t>40%</a:t>
            </a:r>
            <a:endParaRPr/>
          </a:p>
          <a:p>
            <a:pPr marL="742950" lvl="1" indent="-285750" algn="l" rtl="0">
              <a:lnSpc>
                <a:spcPct val="100000"/>
              </a:lnSpc>
              <a:spcBef>
                <a:spcPts val="0"/>
              </a:spcBef>
              <a:spcAft>
                <a:spcPts val="0"/>
              </a:spcAft>
              <a:buClr>
                <a:schemeClr val="dk1"/>
              </a:buClr>
              <a:buSzPts val="2000"/>
              <a:buChar char="•"/>
            </a:pPr>
            <a:r>
              <a:rPr lang="en-US" sz="2000" b="1"/>
              <a:t>Teori</a:t>
            </a:r>
            <a:r>
              <a:rPr lang="en-US" sz="2000"/>
              <a:t>: menyelesaikan soal teori</a:t>
            </a:r>
            <a:endParaRPr/>
          </a:p>
          <a:p>
            <a:pPr marL="742950" lvl="1" indent="-285750" algn="l" rtl="0">
              <a:lnSpc>
                <a:spcPct val="100000"/>
              </a:lnSpc>
              <a:spcBef>
                <a:spcPts val="0"/>
              </a:spcBef>
              <a:spcAft>
                <a:spcPts val="0"/>
              </a:spcAft>
              <a:buClr>
                <a:schemeClr val="dk1"/>
              </a:buClr>
              <a:buSzPts val="2000"/>
              <a:buChar char="•"/>
            </a:pPr>
            <a:r>
              <a:rPr lang="en-US" sz="2000" b="1"/>
              <a:t>Praktek</a:t>
            </a:r>
            <a:r>
              <a:rPr lang="en-US" sz="2000"/>
              <a:t>: penugasan</a:t>
            </a:r>
            <a:endParaRPr sz="2000"/>
          </a:p>
          <a:p>
            <a:pPr marL="228600" lvl="0" indent="-127000" algn="l" rtl="0">
              <a:lnSpc>
                <a:spcPct val="100000"/>
              </a:lnSpc>
              <a:spcBef>
                <a:spcPts val="0"/>
              </a:spcBef>
              <a:spcAft>
                <a:spcPts val="0"/>
              </a:spcAft>
              <a:buClr>
                <a:schemeClr val="dk1"/>
              </a:buClr>
              <a:buSzPts val="1600"/>
              <a:buNone/>
            </a:pPr>
            <a:endParaRPr sz="1600"/>
          </a:p>
        </p:txBody>
      </p:sp>
      <p:sp>
        <p:nvSpPr>
          <p:cNvPr id="273" name="Google Shape;273;p24"/>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274" name="Google Shape;274;p24"/>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5"/>
          <p:cNvSpPr txBox="1">
            <a:spLocks noGrp="1"/>
          </p:cNvSpPr>
          <p:nvPr>
            <p:ph type="title"/>
          </p:nvPr>
        </p:nvSpPr>
        <p:spPr>
          <a:xfrm>
            <a:off x="1541928" y="1037478"/>
            <a:ext cx="9744637" cy="8092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Signika"/>
              <a:buNone/>
            </a:pPr>
            <a:r>
              <a:rPr lang="en-US"/>
              <a:t>Referensi</a:t>
            </a:r>
            <a:endParaRPr/>
          </a:p>
        </p:txBody>
      </p:sp>
      <p:sp>
        <p:nvSpPr>
          <p:cNvPr id="280" name="Google Shape;280;p25"/>
          <p:cNvSpPr txBox="1">
            <a:spLocks noGrp="1"/>
          </p:cNvSpPr>
          <p:nvPr>
            <p:ph type="body" idx="1"/>
          </p:nvPr>
        </p:nvSpPr>
        <p:spPr>
          <a:xfrm>
            <a:off x="1541928" y="2034709"/>
            <a:ext cx="9744637" cy="395969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a:t>Slide PPT</a:t>
            </a:r>
            <a:endParaRPr/>
          </a:p>
          <a:p>
            <a:pPr marL="342900" lvl="0" indent="-342900" algn="l" rtl="0">
              <a:lnSpc>
                <a:spcPct val="100000"/>
              </a:lnSpc>
              <a:spcBef>
                <a:spcPts val="0"/>
              </a:spcBef>
              <a:spcAft>
                <a:spcPts val="0"/>
              </a:spcAft>
              <a:buClr>
                <a:schemeClr val="dk1"/>
              </a:buClr>
              <a:buSzPts val="2400"/>
              <a:buChar char="•"/>
            </a:pPr>
            <a:r>
              <a:rPr lang="en-US" sz="2400"/>
              <a:t>W3schools.com </a:t>
            </a:r>
            <a:r>
              <a:rPr lang="en-US" sz="2400" u="sng">
                <a:solidFill>
                  <a:schemeClr val="hlink"/>
                </a:solidFill>
                <a:hlinkClick r:id="rId3"/>
              </a:rPr>
              <a:t>https://www.w3schools.com/</a:t>
            </a:r>
            <a:endParaRPr sz="2400"/>
          </a:p>
          <a:p>
            <a:pPr marL="342900" lvl="0" indent="-342900" algn="l" rtl="0">
              <a:lnSpc>
                <a:spcPct val="100000"/>
              </a:lnSpc>
              <a:spcBef>
                <a:spcPts val="0"/>
              </a:spcBef>
              <a:spcAft>
                <a:spcPts val="0"/>
              </a:spcAft>
              <a:buClr>
                <a:schemeClr val="dk1"/>
              </a:buClr>
              <a:buSzPts val="2400"/>
              <a:buChar char="•"/>
            </a:pPr>
            <a:r>
              <a:rPr lang="en-US" sz="2400"/>
              <a:t>Sekolah Koding </a:t>
            </a:r>
            <a:r>
              <a:rPr lang="en-US" sz="2400" u="sng">
                <a:solidFill>
                  <a:schemeClr val="hlink"/>
                </a:solidFill>
                <a:hlinkClick r:id="rId4"/>
              </a:rPr>
              <a:t>https://sekolahkoding.com/</a:t>
            </a:r>
            <a:endParaRPr sz="2400"/>
          </a:p>
          <a:p>
            <a:pPr marL="342900" lvl="0" indent="-190500" algn="l" rtl="0">
              <a:lnSpc>
                <a:spcPct val="100000"/>
              </a:lnSpc>
              <a:spcBef>
                <a:spcPts val="0"/>
              </a:spcBef>
              <a:spcAft>
                <a:spcPts val="0"/>
              </a:spcAft>
              <a:buClr>
                <a:schemeClr val="dk1"/>
              </a:buClr>
              <a:buSzPts val="2400"/>
              <a:buNone/>
            </a:pPr>
            <a:endParaRPr sz="2400"/>
          </a:p>
          <a:p>
            <a:pPr marL="0" lvl="0" indent="0" algn="l" rtl="0">
              <a:lnSpc>
                <a:spcPct val="100000"/>
              </a:lnSpc>
              <a:spcBef>
                <a:spcPts val="0"/>
              </a:spcBef>
              <a:spcAft>
                <a:spcPts val="0"/>
              </a:spcAft>
              <a:buClr>
                <a:schemeClr val="dk1"/>
              </a:buClr>
              <a:buSzPts val="2000"/>
              <a:buNone/>
            </a:pPr>
            <a:endParaRPr sz="2000"/>
          </a:p>
          <a:p>
            <a:pPr marL="228600" lvl="0" indent="-127000" algn="l" rtl="0">
              <a:lnSpc>
                <a:spcPct val="100000"/>
              </a:lnSpc>
              <a:spcBef>
                <a:spcPts val="0"/>
              </a:spcBef>
              <a:spcAft>
                <a:spcPts val="0"/>
              </a:spcAft>
              <a:buClr>
                <a:schemeClr val="dk1"/>
              </a:buClr>
              <a:buSzPts val="1600"/>
              <a:buNone/>
            </a:pPr>
            <a:endParaRPr sz="1600"/>
          </a:p>
        </p:txBody>
      </p:sp>
      <p:sp>
        <p:nvSpPr>
          <p:cNvPr id="281" name="Google Shape;281;p25"/>
          <p:cNvSpPr txBox="1"/>
          <p:nvPr/>
        </p:nvSpPr>
        <p:spPr>
          <a:xfrm>
            <a:off x="956815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MATA KULIAH</a:t>
            </a:r>
            <a:endParaRPr/>
          </a:p>
          <a:p>
            <a:pPr marL="0" marR="0" lvl="0" indent="0" algn="r" rtl="0">
              <a:lnSpc>
                <a:spcPct val="90000"/>
              </a:lnSpc>
              <a:spcBef>
                <a:spcPts val="0"/>
              </a:spcBef>
              <a:spcAft>
                <a:spcPts val="0"/>
              </a:spcAft>
              <a:buClr>
                <a:srgbClr val="2E75B5"/>
              </a:buClr>
              <a:buSzPts val="1050"/>
              <a:buFont typeface="Arial"/>
              <a:buNone/>
            </a:pPr>
            <a:r>
              <a:rPr lang="en-US" sz="1050" b="1" i="1" u="none" strike="noStrike" cap="none">
                <a:solidFill>
                  <a:srgbClr val="2E75B5"/>
                </a:solidFill>
                <a:latin typeface="Calibri"/>
                <a:ea typeface="Calibri"/>
                <a:cs typeface="Calibri"/>
                <a:sym typeface="Calibri"/>
              </a:rPr>
              <a:t>Pemrograman Web</a:t>
            </a:r>
            <a:endParaRPr/>
          </a:p>
        </p:txBody>
      </p:sp>
      <p:sp>
        <p:nvSpPr>
          <p:cNvPr id="282" name="Google Shape;282;p25"/>
          <p:cNvSpPr txBox="1"/>
          <p:nvPr/>
        </p:nvSpPr>
        <p:spPr>
          <a:xfrm>
            <a:off x="5511311" y="203912"/>
            <a:ext cx="2295526" cy="510463"/>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900"/>
              <a:buFont typeface="Arial"/>
              <a:buNone/>
            </a:pPr>
            <a:r>
              <a:rPr lang="en-US" sz="900" b="0" i="1" u="none" strike="noStrike" cap="none">
                <a:solidFill>
                  <a:schemeClr val="dk1"/>
                </a:solidFill>
                <a:latin typeface="Calibri"/>
                <a:ea typeface="Calibri"/>
                <a:cs typeface="Calibri"/>
                <a:sym typeface="Calibri"/>
              </a:rPr>
              <a:t>PROGRAM STUDI</a:t>
            </a:r>
            <a:endParaRPr/>
          </a:p>
          <a:p>
            <a:pPr marL="0" marR="0" lvl="0" indent="0" algn="r" rtl="0">
              <a:lnSpc>
                <a:spcPct val="90000"/>
              </a:lnSpc>
              <a:spcBef>
                <a:spcPts val="0"/>
              </a:spcBef>
              <a:spcAft>
                <a:spcPts val="0"/>
              </a:spcAft>
              <a:buClr>
                <a:srgbClr val="2E75B5"/>
              </a:buClr>
              <a:buSzPts val="1200"/>
              <a:buFont typeface="Arial"/>
              <a:buNone/>
            </a:pPr>
            <a:r>
              <a:rPr lang="en-US" sz="1200" b="1" i="1" u="none" strike="noStrike" cap="none">
                <a:solidFill>
                  <a:srgbClr val="2E75B5"/>
                </a:solidFill>
                <a:latin typeface="Calibri"/>
                <a:ea typeface="Calibri"/>
                <a:cs typeface="Calibri"/>
                <a:sym typeface="Calibri"/>
              </a:rPr>
              <a:t>SISTEM INFORMASI</a:t>
            </a:r>
            <a:endParaRPr sz="1050" b="1" i="1" u="none" strike="noStrike" cap="none">
              <a:solidFill>
                <a:srgbClr val="2E75B5"/>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6"/>
          <p:cNvSpPr txBox="1">
            <a:spLocks noGrp="1"/>
          </p:cNvSpPr>
          <p:nvPr>
            <p:ph type="title"/>
          </p:nvPr>
        </p:nvSpPr>
        <p:spPr>
          <a:xfrm>
            <a:off x="4076553" y="2396649"/>
            <a:ext cx="4823010" cy="143876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00"/>
              </a:buClr>
              <a:buSzPts val="8000"/>
              <a:buFont typeface="Signika"/>
              <a:buNone/>
            </a:pPr>
            <a:r>
              <a:rPr lang="en-US" sz="8000" b="1"/>
              <a:t>THANKS</a:t>
            </a:r>
            <a:endParaRPr sz="8000" b="1"/>
          </a:p>
        </p:txBody>
      </p:sp>
      <p:sp>
        <p:nvSpPr>
          <p:cNvPr id="288" name="Google Shape;288;p26"/>
          <p:cNvSpPr txBox="1">
            <a:spLocks noGrp="1"/>
          </p:cNvSpPr>
          <p:nvPr>
            <p:ph type="body" idx="1"/>
          </p:nvPr>
        </p:nvSpPr>
        <p:spPr>
          <a:xfrm>
            <a:off x="4228953" y="3742841"/>
            <a:ext cx="4310155" cy="103140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1600"/>
              <a:buNone/>
            </a:pPr>
            <a:r>
              <a:rPr lang="en-US"/>
              <a:t>ANY QUESTIONS?</a:t>
            </a:r>
            <a:endParaRPr/>
          </a:p>
        </p:txBody>
      </p:sp>
      <p:pic>
        <p:nvPicPr>
          <p:cNvPr id="289" name="Google Shape;289;p26"/>
          <p:cNvPicPr preferRelativeResize="0"/>
          <p:nvPr/>
        </p:nvPicPr>
        <p:blipFill rotWithShape="1">
          <a:blip r:embed="rId3">
            <a:alphaModFix/>
          </a:blip>
          <a:srcRect/>
          <a:stretch/>
        </p:blipFill>
        <p:spPr>
          <a:xfrm>
            <a:off x="2687767" y="2543174"/>
            <a:ext cx="1388786" cy="1438761"/>
          </a:xfrm>
          <a:prstGeom prst="rect">
            <a:avLst/>
          </a:prstGeom>
          <a:noFill/>
          <a:ln>
            <a:noFill/>
          </a:ln>
        </p:spPr>
      </p:pic>
    </p:spTree>
  </p:cSld>
  <p:clrMapOvr>
    <a:masterClrMapping/>
  </p:clrMapOvr>
</p:sld>
</file>

<file path=ppt/theme/theme1.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1466</Words>
  <Application>Microsoft Office PowerPoint</Application>
  <PresentationFormat>Widescreen</PresentationFormat>
  <Paragraphs>203</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Arial Black</vt:lpstr>
      <vt:lpstr>Calibri</vt:lpstr>
      <vt:lpstr>Signika</vt:lpstr>
      <vt:lpstr>1_Custom Design</vt:lpstr>
      <vt:lpstr>Pemrograman Web</vt:lpstr>
      <vt:lpstr>Capaian Pembelajaran</vt:lpstr>
      <vt:lpstr>Relevansi (Mengapa Perlu Mempelajari)</vt:lpstr>
      <vt:lpstr>Materi</vt:lpstr>
      <vt:lpstr>Alat Praktek</vt:lpstr>
      <vt:lpstr>Proses Praktek</vt:lpstr>
      <vt:lpstr>Hubungan dan Peran Bahasa-bahasa Web</vt:lpstr>
      <vt:lpstr>Teknologi Web</vt:lpstr>
      <vt:lpstr>Teknologi Web</vt:lpstr>
      <vt:lpstr>Teknologi Web</vt:lpstr>
      <vt:lpstr>Teknologi Web</vt:lpstr>
      <vt:lpstr>Teknologi Web</vt:lpstr>
      <vt:lpstr>Teknologi Web</vt:lpstr>
      <vt:lpstr>Teknologi Web</vt:lpstr>
      <vt:lpstr>Teknologi Web</vt:lpstr>
      <vt:lpstr>Konsep Client Server dan Peer to Peer</vt:lpstr>
      <vt:lpstr>Konsep Client Server</vt:lpstr>
      <vt:lpstr>Arsitektur Client Server 1: Halaman statis html</vt:lpstr>
      <vt:lpstr>Arsitektur Client Server 2: CGI Script</vt:lpstr>
      <vt:lpstr>Arsitektur Client Server 3: Server side scripting</vt:lpstr>
      <vt:lpstr>Arsitektur Client Server 4: Three Tiered</vt:lpstr>
      <vt:lpstr>Cara Kerja Web</vt:lpstr>
      <vt:lpstr>Cara Kerja Web</vt:lpstr>
      <vt:lpstr>Penilaian</vt:lpstr>
      <vt:lpstr>Referensi</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Pemrograman Web</dc:title>
  <dc:creator>dhanu banyu</dc:creator>
  <cp:lastModifiedBy>ASUS</cp:lastModifiedBy>
  <cp:revision>1</cp:revision>
  <dcterms:created xsi:type="dcterms:W3CDTF">2020-07-23T01:18:59Z</dcterms:created>
  <dcterms:modified xsi:type="dcterms:W3CDTF">2026-09-16T09:34:41Z</dcterms:modified>
</cp:coreProperties>
</file>